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7" r:id="rId4"/>
  </p:sldMasterIdLst>
  <p:notesMasterIdLst>
    <p:notesMasterId r:id="rId19"/>
  </p:notesMasterIdLst>
  <p:handoutMasterIdLst>
    <p:handoutMasterId r:id="rId20"/>
  </p:handoutMasterIdLst>
  <p:sldIdLst>
    <p:sldId id="264" r:id="rId5"/>
    <p:sldId id="265" r:id="rId6"/>
    <p:sldId id="277" r:id="rId7"/>
    <p:sldId id="276" r:id="rId8"/>
    <p:sldId id="279" r:id="rId9"/>
    <p:sldId id="280" r:id="rId10"/>
    <p:sldId id="281" r:id="rId11"/>
    <p:sldId id="282" r:id="rId12"/>
    <p:sldId id="283" r:id="rId13"/>
    <p:sldId id="284" r:id="rId14"/>
    <p:sldId id="286" r:id="rId15"/>
    <p:sldId id="285" r:id="rId16"/>
    <p:sldId id="270"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B8EEB4-4A54-47CC-B4CA-7DE5B5EBB48F}" v="101" dt="2026-05-18T16:07:22.789"/>
  </p1510:revLst>
</p1510:revInfo>
</file>

<file path=ppt/tableStyles.xml><?xml version="1.0" encoding="utf-8"?>
<a:tblStyleLst xmlns:a="http://schemas.openxmlformats.org/drawingml/2006/main" def="{C083E6E3-FA7D-4D7B-A595-EF9225AFEA8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97" autoAdjust="0"/>
    <p:restoredTop sz="88396" autoAdjust="0"/>
  </p:normalViewPr>
  <p:slideViewPr>
    <p:cSldViewPr snapToGrid="0">
      <p:cViewPr varScale="1">
        <p:scale>
          <a:sx n="66" d="100"/>
          <a:sy n="66" d="100"/>
        </p:scale>
        <p:origin x="1116" y="259"/>
      </p:cViewPr>
      <p:guideLst/>
    </p:cSldViewPr>
  </p:slideViewPr>
  <p:notesTextViewPr>
    <p:cViewPr>
      <p:scale>
        <a:sx n="1" d="1"/>
        <a:sy n="1" d="1"/>
      </p:scale>
      <p:origin x="0" y="0"/>
    </p:cViewPr>
  </p:notesTextViewPr>
  <p:sorterViewPr>
    <p:cViewPr>
      <p:scale>
        <a:sx n="100" d="100"/>
        <a:sy n="100" d="100"/>
      </p:scale>
      <p:origin x="0" y="-237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Thomas" userId="33ee1f8b-bbc0-4f36-83fb-9a22d044f02b" providerId="ADAL" clId="{31D37A0E-295C-4C12-AA8A-FAE9E7D4E6B7}"/>
    <pc:docChg chg="undo custSel mod addSld delSld modSld sldOrd modMainMaster">
      <pc:chgData name="Michael Thomas" userId="33ee1f8b-bbc0-4f36-83fb-9a22d044f02b" providerId="ADAL" clId="{31D37A0E-295C-4C12-AA8A-FAE9E7D4E6B7}" dt="2026-05-18T16:13:33.053" v="9667" actId="1038"/>
      <pc:docMkLst>
        <pc:docMk/>
      </pc:docMkLst>
      <pc:sldChg chg="modSp mod">
        <pc:chgData name="Michael Thomas" userId="33ee1f8b-bbc0-4f36-83fb-9a22d044f02b" providerId="ADAL" clId="{31D37A0E-295C-4C12-AA8A-FAE9E7D4E6B7}" dt="2026-05-18T11:19:48.766" v="23" actId="20577"/>
        <pc:sldMkLst>
          <pc:docMk/>
          <pc:sldMk cId="2699954944" sldId="264"/>
        </pc:sldMkLst>
        <pc:spChg chg="mod">
          <ac:chgData name="Michael Thomas" userId="33ee1f8b-bbc0-4f36-83fb-9a22d044f02b" providerId="ADAL" clId="{31D37A0E-295C-4C12-AA8A-FAE9E7D4E6B7}" dt="2026-05-18T11:18:57.860" v="22" actId="20577"/>
          <ac:spMkLst>
            <pc:docMk/>
            <pc:sldMk cId="2699954944" sldId="264"/>
            <ac:spMk id="2" creationId="{96BFC534-D45B-C515-59E3-4C260019E016}"/>
          </ac:spMkLst>
        </pc:spChg>
        <pc:spChg chg="mod">
          <ac:chgData name="Michael Thomas" userId="33ee1f8b-bbc0-4f36-83fb-9a22d044f02b" providerId="ADAL" clId="{31D37A0E-295C-4C12-AA8A-FAE9E7D4E6B7}" dt="2026-05-18T11:19:48.766" v="23" actId="20577"/>
          <ac:spMkLst>
            <pc:docMk/>
            <pc:sldMk cId="2699954944" sldId="264"/>
            <ac:spMk id="3" creationId="{22950508-6902-F575-FCC4-234E6821BF41}"/>
          </ac:spMkLst>
        </pc:spChg>
      </pc:sldChg>
      <pc:sldChg chg="delSp modSp mod">
        <pc:chgData name="Michael Thomas" userId="33ee1f8b-bbc0-4f36-83fb-9a22d044f02b" providerId="ADAL" clId="{31D37A0E-295C-4C12-AA8A-FAE9E7D4E6B7}" dt="2026-05-18T12:56:55.994" v="3499" actId="20577"/>
        <pc:sldMkLst>
          <pc:docMk/>
          <pc:sldMk cId="334382166" sldId="265"/>
        </pc:sldMkLst>
        <pc:spChg chg="mod">
          <ac:chgData name="Michael Thomas" userId="33ee1f8b-bbc0-4f36-83fb-9a22d044f02b" providerId="ADAL" clId="{31D37A0E-295C-4C12-AA8A-FAE9E7D4E6B7}" dt="2026-05-18T12:53:40.770" v="3433" actId="1076"/>
          <ac:spMkLst>
            <pc:docMk/>
            <pc:sldMk cId="334382166" sldId="265"/>
            <ac:spMk id="2" creationId="{50256E02-90CA-BA58-1017-D3E9DAA85FF3}"/>
          </ac:spMkLst>
        </pc:spChg>
        <pc:spChg chg="mod">
          <ac:chgData name="Michael Thomas" userId="33ee1f8b-bbc0-4f36-83fb-9a22d044f02b" providerId="ADAL" clId="{31D37A0E-295C-4C12-AA8A-FAE9E7D4E6B7}" dt="2026-05-18T12:56:55.994" v="3499" actId="20577"/>
          <ac:spMkLst>
            <pc:docMk/>
            <pc:sldMk cId="334382166" sldId="265"/>
            <ac:spMk id="4" creationId="{F0E36E48-D1B1-26D6-2A16-A651C1E0BD69}"/>
          </ac:spMkLst>
        </pc:spChg>
        <pc:spChg chg="del mod">
          <ac:chgData name="Michael Thomas" userId="33ee1f8b-bbc0-4f36-83fb-9a22d044f02b" providerId="ADAL" clId="{31D37A0E-295C-4C12-AA8A-FAE9E7D4E6B7}" dt="2026-05-18T11:23:22.738" v="47" actId="478"/>
          <ac:spMkLst>
            <pc:docMk/>
            <pc:sldMk cId="334382166" sldId="265"/>
            <ac:spMk id="7" creationId="{924D70B5-E64E-52BC-116D-4D6BF1F081D3}"/>
          </ac:spMkLst>
        </pc:spChg>
      </pc:sldChg>
      <pc:sldChg chg="delSp del mod">
        <pc:chgData name="Michael Thomas" userId="33ee1f8b-bbc0-4f36-83fb-9a22d044f02b" providerId="ADAL" clId="{31D37A0E-295C-4C12-AA8A-FAE9E7D4E6B7}" dt="2026-05-18T13:01:59.343" v="3709" actId="47"/>
        <pc:sldMkLst>
          <pc:docMk/>
          <pc:sldMk cId="288849787" sldId="267"/>
        </pc:sldMkLst>
        <pc:spChg chg="del">
          <ac:chgData name="Michael Thomas" userId="33ee1f8b-bbc0-4f36-83fb-9a22d044f02b" providerId="ADAL" clId="{31D37A0E-295C-4C12-AA8A-FAE9E7D4E6B7}" dt="2026-05-18T11:49:20.455" v="1496" actId="478"/>
          <ac:spMkLst>
            <pc:docMk/>
            <pc:sldMk cId="288849787" sldId="267"/>
            <ac:spMk id="7" creationId="{EA972E3A-E391-6072-CD3F-D23E314DC434}"/>
          </ac:spMkLst>
        </pc:spChg>
      </pc:sldChg>
      <pc:sldChg chg="delSp del mod ord">
        <pc:chgData name="Michael Thomas" userId="33ee1f8b-bbc0-4f36-83fb-9a22d044f02b" providerId="ADAL" clId="{31D37A0E-295C-4C12-AA8A-FAE9E7D4E6B7}" dt="2026-05-18T16:07:42.456" v="9587" actId="47"/>
        <pc:sldMkLst>
          <pc:docMk/>
          <pc:sldMk cId="2605739292" sldId="268"/>
        </pc:sldMkLst>
        <pc:spChg chg="del">
          <ac:chgData name="Michael Thomas" userId="33ee1f8b-bbc0-4f36-83fb-9a22d044f02b" providerId="ADAL" clId="{31D37A0E-295C-4C12-AA8A-FAE9E7D4E6B7}" dt="2026-05-18T11:49:28.804" v="1498" actId="478"/>
          <ac:spMkLst>
            <pc:docMk/>
            <pc:sldMk cId="2605739292" sldId="268"/>
            <ac:spMk id="9" creationId="{5FB3AE00-857E-3A28-EBBC-EAC1FC3E360E}"/>
          </ac:spMkLst>
        </pc:spChg>
      </pc:sldChg>
      <pc:sldChg chg="ord">
        <pc:chgData name="Michael Thomas" userId="33ee1f8b-bbc0-4f36-83fb-9a22d044f02b" providerId="ADAL" clId="{31D37A0E-295C-4C12-AA8A-FAE9E7D4E6B7}" dt="2026-05-18T11:48:55.990" v="1494"/>
        <pc:sldMkLst>
          <pc:docMk/>
          <pc:sldMk cId="1827527464" sldId="270"/>
        </pc:sldMkLst>
      </pc:sldChg>
      <pc:sldChg chg="delSp del mod">
        <pc:chgData name="Michael Thomas" userId="33ee1f8b-bbc0-4f36-83fb-9a22d044f02b" providerId="ADAL" clId="{31D37A0E-295C-4C12-AA8A-FAE9E7D4E6B7}" dt="2026-05-18T13:02:05.433" v="3710" actId="47"/>
        <pc:sldMkLst>
          <pc:docMk/>
          <pc:sldMk cId="2247537612" sldId="272"/>
        </pc:sldMkLst>
        <pc:spChg chg="del">
          <ac:chgData name="Michael Thomas" userId="33ee1f8b-bbc0-4f36-83fb-9a22d044f02b" providerId="ADAL" clId="{31D37A0E-295C-4C12-AA8A-FAE9E7D4E6B7}" dt="2026-05-18T11:49:25.237" v="1497" actId="478"/>
          <ac:spMkLst>
            <pc:docMk/>
            <pc:sldMk cId="2247537612" sldId="272"/>
            <ac:spMk id="7" creationId="{98CECB74-CEB2-3C96-9697-FEBBE041199D}"/>
          </ac:spMkLst>
        </pc:spChg>
      </pc:sldChg>
      <pc:sldChg chg="add del setBg">
        <pc:chgData name="Michael Thomas" userId="33ee1f8b-bbc0-4f36-83fb-9a22d044f02b" providerId="ADAL" clId="{31D37A0E-295C-4C12-AA8A-FAE9E7D4E6B7}" dt="2026-05-18T11:25:28.008" v="156" actId="47"/>
        <pc:sldMkLst>
          <pc:docMk/>
          <pc:sldMk cId="3682212889" sldId="273"/>
        </pc:sldMkLst>
      </pc:sldChg>
      <pc:sldChg chg="delSp modSp add del mod setBg">
        <pc:chgData name="Michael Thomas" userId="33ee1f8b-bbc0-4f36-83fb-9a22d044f02b" providerId="ADAL" clId="{31D37A0E-295C-4C12-AA8A-FAE9E7D4E6B7}" dt="2026-05-18T12:07:27.903" v="2323" actId="47"/>
        <pc:sldMkLst>
          <pc:docMk/>
          <pc:sldMk cId="3950062410" sldId="273"/>
        </pc:sldMkLst>
        <pc:spChg chg="mod">
          <ac:chgData name="Michael Thomas" userId="33ee1f8b-bbc0-4f36-83fb-9a22d044f02b" providerId="ADAL" clId="{31D37A0E-295C-4C12-AA8A-FAE9E7D4E6B7}" dt="2026-05-18T11:27:36.280" v="171" actId="20577"/>
          <ac:spMkLst>
            <pc:docMk/>
            <pc:sldMk cId="3950062410" sldId="273"/>
            <ac:spMk id="2" creationId="{6D0404B1-D810-6790-E24F-2BB4C70AE45A}"/>
          </ac:spMkLst>
        </pc:spChg>
        <pc:spChg chg="mod">
          <ac:chgData name="Michael Thomas" userId="33ee1f8b-bbc0-4f36-83fb-9a22d044f02b" providerId="ADAL" clId="{31D37A0E-295C-4C12-AA8A-FAE9E7D4E6B7}" dt="2026-05-18T12:06:16.735" v="2303" actId="20577"/>
          <ac:spMkLst>
            <pc:docMk/>
            <pc:sldMk cId="3950062410" sldId="273"/>
            <ac:spMk id="4" creationId="{72372386-508C-EC6F-AA12-AC01FAC0F194}"/>
          </ac:spMkLst>
        </pc:spChg>
        <pc:spChg chg="del">
          <ac:chgData name="Michael Thomas" userId="33ee1f8b-bbc0-4f36-83fb-9a22d044f02b" providerId="ADAL" clId="{31D37A0E-295C-4C12-AA8A-FAE9E7D4E6B7}" dt="2026-05-18T11:49:14.755" v="1495" actId="478"/>
          <ac:spMkLst>
            <pc:docMk/>
            <pc:sldMk cId="3950062410" sldId="273"/>
            <ac:spMk id="9" creationId="{B9A8BAC3-2167-481B-38F5-6509D9C88C14}"/>
          </ac:spMkLst>
        </pc:spChg>
      </pc:sldChg>
      <pc:sldChg chg="modSp add mod setBg">
        <pc:chgData name="Michael Thomas" userId="33ee1f8b-bbc0-4f36-83fb-9a22d044f02b" providerId="ADAL" clId="{31D37A0E-295C-4C12-AA8A-FAE9E7D4E6B7}" dt="2026-05-18T16:08:23.280" v="9653" actId="20577"/>
        <pc:sldMkLst>
          <pc:docMk/>
          <pc:sldMk cId="1524872738" sldId="274"/>
        </pc:sldMkLst>
        <pc:spChg chg="mod">
          <ac:chgData name="Michael Thomas" userId="33ee1f8b-bbc0-4f36-83fb-9a22d044f02b" providerId="ADAL" clId="{31D37A0E-295C-4C12-AA8A-FAE9E7D4E6B7}" dt="2026-05-18T16:06:26.870" v="9450" actId="20577"/>
          <ac:spMkLst>
            <pc:docMk/>
            <pc:sldMk cId="1524872738" sldId="274"/>
            <ac:spMk id="2" creationId="{8A4DA0EE-D951-A4D4-0DEC-B667EEF4E32F}"/>
          </ac:spMkLst>
        </pc:spChg>
        <pc:spChg chg="mod">
          <ac:chgData name="Michael Thomas" userId="33ee1f8b-bbc0-4f36-83fb-9a22d044f02b" providerId="ADAL" clId="{31D37A0E-295C-4C12-AA8A-FAE9E7D4E6B7}" dt="2026-05-18T16:08:23.280" v="9653" actId="20577"/>
          <ac:spMkLst>
            <pc:docMk/>
            <pc:sldMk cId="1524872738" sldId="274"/>
            <ac:spMk id="4" creationId="{C0786462-B457-00A5-0814-4EE3C78A0AED}"/>
          </ac:spMkLst>
        </pc:spChg>
        <pc:spChg chg="mod">
          <ac:chgData name="Michael Thomas" userId="33ee1f8b-bbc0-4f36-83fb-9a22d044f02b" providerId="ADAL" clId="{31D37A0E-295C-4C12-AA8A-FAE9E7D4E6B7}" dt="2026-05-18T13:14:05.953" v="3886"/>
          <ac:spMkLst>
            <pc:docMk/>
            <pc:sldMk cId="1524872738" sldId="274"/>
            <ac:spMk id="5" creationId="{AC04E6B4-7F9B-D9E2-6E03-497DA1D1402E}"/>
          </ac:spMkLst>
        </pc:spChg>
      </pc:sldChg>
      <pc:sldChg chg="add del setBg">
        <pc:chgData name="Michael Thomas" userId="33ee1f8b-bbc0-4f36-83fb-9a22d044f02b" providerId="ADAL" clId="{31D37A0E-295C-4C12-AA8A-FAE9E7D4E6B7}" dt="2026-05-18T12:07:05.590" v="2305"/>
        <pc:sldMkLst>
          <pc:docMk/>
          <pc:sldMk cId="1099565224" sldId="275"/>
        </pc:sldMkLst>
      </pc:sldChg>
      <pc:sldChg chg="modSp add del mod">
        <pc:chgData name="Michael Thomas" userId="33ee1f8b-bbc0-4f36-83fb-9a22d044f02b" providerId="ADAL" clId="{31D37A0E-295C-4C12-AA8A-FAE9E7D4E6B7}" dt="2026-05-18T12:09:22.722" v="2414" actId="47"/>
        <pc:sldMkLst>
          <pc:docMk/>
          <pc:sldMk cId="2380176990" sldId="275"/>
        </pc:sldMkLst>
        <pc:spChg chg="mod">
          <ac:chgData name="Michael Thomas" userId="33ee1f8b-bbc0-4f36-83fb-9a22d044f02b" providerId="ADAL" clId="{31D37A0E-295C-4C12-AA8A-FAE9E7D4E6B7}" dt="2026-05-18T12:07:23.216" v="2322" actId="20577"/>
          <ac:spMkLst>
            <pc:docMk/>
            <pc:sldMk cId="2380176990" sldId="275"/>
            <ac:spMk id="2" creationId="{95007CDA-ED67-CF72-5454-DA74B645C901}"/>
          </ac:spMkLst>
        </pc:spChg>
        <pc:spChg chg="mod">
          <ac:chgData name="Michael Thomas" userId="33ee1f8b-bbc0-4f36-83fb-9a22d044f02b" providerId="ADAL" clId="{31D37A0E-295C-4C12-AA8A-FAE9E7D4E6B7}" dt="2026-05-18T12:07:12.148" v="2308" actId="27636"/>
          <ac:spMkLst>
            <pc:docMk/>
            <pc:sldMk cId="2380176990" sldId="275"/>
            <ac:spMk id="4" creationId="{D9229B3D-A600-2F87-9AD4-B24AFA36F808}"/>
          </ac:spMkLst>
        </pc:spChg>
      </pc:sldChg>
      <pc:sldChg chg="add del setBg">
        <pc:chgData name="Michael Thomas" userId="33ee1f8b-bbc0-4f36-83fb-9a22d044f02b" providerId="ADAL" clId="{31D37A0E-295C-4C12-AA8A-FAE9E7D4E6B7}" dt="2026-05-18T12:07:35.242" v="2325"/>
        <pc:sldMkLst>
          <pc:docMk/>
          <pc:sldMk cId="548880415" sldId="276"/>
        </pc:sldMkLst>
      </pc:sldChg>
      <pc:sldChg chg="addSp delSp modSp add mod">
        <pc:chgData name="Michael Thomas" userId="33ee1f8b-bbc0-4f36-83fb-9a22d044f02b" providerId="ADAL" clId="{31D37A0E-295C-4C12-AA8A-FAE9E7D4E6B7}" dt="2026-05-18T16:12:21.183" v="9657" actId="1076"/>
        <pc:sldMkLst>
          <pc:docMk/>
          <pc:sldMk cId="3067281086" sldId="276"/>
        </pc:sldMkLst>
        <pc:spChg chg="mod">
          <ac:chgData name="Michael Thomas" userId="33ee1f8b-bbc0-4f36-83fb-9a22d044f02b" providerId="ADAL" clId="{31D37A0E-295C-4C12-AA8A-FAE9E7D4E6B7}" dt="2026-05-18T13:13:21.725" v="3878" actId="113"/>
          <ac:spMkLst>
            <pc:docMk/>
            <pc:sldMk cId="3067281086" sldId="276"/>
            <ac:spMk id="2" creationId="{6116BE56-6A61-BA17-25CD-346CF444A0A3}"/>
          </ac:spMkLst>
        </pc:spChg>
        <pc:spChg chg="add mod">
          <ac:chgData name="Michael Thomas" userId="33ee1f8b-bbc0-4f36-83fb-9a22d044f02b" providerId="ADAL" clId="{31D37A0E-295C-4C12-AA8A-FAE9E7D4E6B7}" dt="2026-05-18T13:00:29.271" v="3693" actId="12"/>
          <ac:spMkLst>
            <pc:docMk/>
            <pc:sldMk cId="3067281086" sldId="276"/>
            <ac:spMk id="3" creationId="{029B8BD9-9B07-54FE-7C27-1E8E51F866B4}"/>
          </ac:spMkLst>
        </pc:spChg>
        <pc:spChg chg="mod">
          <ac:chgData name="Michael Thomas" userId="33ee1f8b-bbc0-4f36-83fb-9a22d044f02b" providerId="ADAL" clId="{31D37A0E-295C-4C12-AA8A-FAE9E7D4E6B7}" dt="2026-05-18T12:15:08.894" v="2494" actId="1076"/>
          <ac:spMkLst>
            <pc:docMk/>
            <pc:sldMk cId="3067281086" sldId="276"/>
            <ac:spMk id="4" creationId="{2059F1F0-24C9-FA59-BC31-9B4F7FB2BE2B}"/>
          </ac:spMkLst>
        </pc:spChg>
        <pc:spChg chg="add mod">
          <ac:chgData name="Michael Thomas" userId="33ee1f8b-bbc0-4f36-83fb-9a22d044f02b" providerId="ADAL" clId="{31D37A0E-295C-4C12-AA8A-FAE9E7D4E6B7}" dt="2026-05-18T12:59:03.141" v="3665" actId="1076"/>
          <ac:spMkLst>
            <pc:docMk/>
            <pc:sldMk cId="3067281086" sldId="276"/>
            <ac:spMk id="14" creationId="{BA832C32-B02F-4055-8AD6-2B76E12F66B1}"/>
          </ac:spMkLst>
        </pc:spChg>
        <pc:picChg chg="add del mod">
          <ac:chgData name="Michael Thomas" userId="33ee1f8b-bbc0-4f36-83fb-9a22d044f02b" providerId="ADAL" clId="{31D37A0E-295C-4C12-AA8A-FAE9E7D4E6B7}" dt="2026-05-18T16:12:18.752" v="9656" actId="478"/>
          <ac:picMkLst>
            <pc:docMk/>
            <pc:sldMk cId="3067281086" sldId="276"/>
            <ac:picMk id="7" creationId="{8C89E774-A18A-4E90-371E-5829419EBCCB}"/>
          </ac:picMkLst>
        </pc:picChg>
        <pc:picChg chg="add mod">
          <ac:chgData name="Michael Thomas" userId="33ee1f8b-bbc0-4f36-83fb-9a22d044f02b" providerId="ADAL" clId="{31D37A0E-295C-4C12-AA8A-FAE9E7D4E6B7}" dt="2026-05-18T16:12:21.183" v="9657" actId="1076"/>
          <ac:picMkLst>
            <pc:docMk/>
            <pc:sldMk cId="3067281086" sldId="276"/>
            <ac:picMk id="8" creationId="{37F0BDDA-80B2-5464-1D24-568F39D5AA0D}"/>
          </ac:picMkLst>
        </pc:picChg>
        <pc:picChg chg="add del mod">
          <ac:chgData name="Michael Thomas" userId="33ee1f8b-bbc0-4f36-83fb-9a22d044f02b" providerId="ADAL" clId="{31D37A0E-295C-4C12-AA8A-FAE9E7D4E6B7}" dt="2026-05-18T12:33:46.594" v="2849" actId="478"/>
          <ac:picMkLst>
            <pc:docMk/>
            <pc:sldMk cId="3067281086" sldId="276"/>
            <ac:picMk id="9" creationId="{3B0335ED-896D-3D15-216D-B60CD8F0FC63}"/>
          </ac:picMkLst>
        </pc:picChg>
        <pc:picChg chg="add del mod">
          <ac:chgData name="Michael Thomas" userId="33ee1f8b-bbc0-4f36-83fb-9a22d044f02b" providerId="ADAL" clId="{31D37A0E-295C-4C12-AA8A-FAE9E7D4E6B7}" dt="2026-05-18T12:32:40.925" v="2843" actId="478"/>
          <ac:picMkLst>
            <pc:docMk/>
            <pc:sldMk cId="3067281086" sldId="276"/>
            <ac:picMk id="11" creationId="{73A67A5D-6C5A-9B3B-17CA-B4AEBD03BB44}"/>
          </ac:picMkLst>
        </pc:picChg>
        <pc:picChg chg="add del mod">
          <ac:chgData name="Michael Thomas" userId="33ee1f8b-bbc0-4f36-83fb-9a22d044f02b" providerId="ADAL" clId="{31D37A0E-295C-4C12-AA8A-FAE9E7D4E6B7}" dt="2026-05-18T12:33:47.194" v="2850" actId="478"/>
          <ac:picMkLst>
            <pc:docMk/>
            <pc:sldMk cId="3067281086" sldId="276"/>
            <ac:picMk id="13" creationId="{F87368B6-1273-2CC0-677E-A9ECD2F875B0}"/>
          </ac:picMkLst>
        </pc:picChg>
      </pc:sldChg>
      <pc:sldChg chg="add del setBg">
        <pc:chgData name="Michael Thomas" userId="33ee1f8b-bbc0-4f36-83fb-9a22d044f02b" providerId="ADAL" clId="{31D37A0E-295C-4C12-AA8A-FAE9E7D4E6B7}" dt="2026-05-18T12:08:25.747" v="2333"/>
        <pc:sldMkLst>
          <pc:docMk/>
          <pc:sldMk cId="1187675550" sldId="277"/>
        </pc:sldMkLst>
      </pc:sldChg>
      <pc:sldChg chg="modSp add mod ord">
        <pc:chgData name="Michael Thomas" userId="33ee1f8b-bbc0-4f36-83fb-9a22d044f02b" providerId="ADAL" clId="{31D37A0E-295C-4C12-AA8A-FAE9E7D4E6B7}" dt="2026-05-18T13:12:12.989" v="3817" actId="20577"/>
        <pc:sldMkLst>
          <pc:docMk/>
          <pc:sldMk cId="2267329468" sldId="277"/>
        </pc:sldMkLst>
        <pc:spChg chg="mod">
          <ac:chgData name="Michael Thomas" userId="33ee1f8b-bbc0-4f36-83fb-9a22d044f02b" providerId="ADAL" clId="{31D37A0E-295C-4C12-AA8A-FAE9E7D4E6B7}" dt="2026-05-18T12:54:04.905" v="3437" actId="113"/>
          <ac:spMkLst>
            <pc:docMk/>
            <pc:sldMk cId="2267329468" sldId="277"/>
            <ac:spMk id="2" creationId="{D074A86F-F50D-2D6E-99DE-D16B1DC8FBA1}"/>
          </ac:spMkLst>
        </pc:spChg>
        <pc:spChg chg="mod">
          <ac:chgData name="Michael Thomas" userId="33ee1f8b-bbc0-4f36-83fb-9a22d044f02b" providerId="ADAL" clId="{31D37A0E-295C-4C12-AA8A-FAE9E7D4E6B7}" dt="2026-05-18T13:12:12.989" v="3817" actId="20577"/>
          <ac:spMkLst>
            <pc:docMk/>
            <pc:sldMk cId="2267329468" sldId="277"/>
            <ac:spMk id="4" creationId="{C3F35383-3CA1-0630-5E15-8348171E2056}"/>
          </ac:spMkLst>
        </pc:spChg>
      </pc:sldChg>
      <pc:sldChg chg="addSp delSp modSp add del mod setBg">
        <pc:chgData name="Michael Thomas" userId="33ee1f8b-bbc0-4f36-83fb-9a22d044f02b" providerId="ADAL" clId="{31D37A0E-295C-4C12-AA8A-FAE9E7D4E6B7}" dt="2026-05-18T13:01:49.643" v="3708" actId="47"/>
        <pc:sldMkLst>
          <pc:docMk/>
          <pc:sldMk cId="4092897133" sldId="278"/>
        </pc:sldMkLst>
        <pc:spChg chg="mod">
          <ac:chgData name="Michael Thomas" userId="33ee1f8b-bbc0-4f36-83fb-9a22d044f02b" providerId="ADAL" clId="{31D37A0E-295C-4C12-AA8A-FAE9E7D4E6B7}" dt="2026-05-18T12:52:19.716" v="3404" actId="20577"/>
          <ac:spMkLst>
            <pc:docMk/>
            <pc:sldMk cId="4092897133" sldId="278"/>
            <ac:spMk id="3" creationId="{00F7CD90-E913-80E9-A113-81B30C865588}"/>
          </ac:spMkLst>
        </pc:spChg>
        <pc:picChg chg="del">
          <ac:chgData name="Michael Thomas" userId="33ee1f8b-bbc0-4f36-83fb-9a22d044f02b" providerId="ADAL" clId="{31D37A0E-295C-4C12-AA8A-FAE9E7D4E6B7}" dt="2026-05-18T12:33:52.427" v="2851" actId="478"/>
          <ac:picMkLst>
            <pc:docMk/>
            <pc:sldMk cId="4092897133" sldId="278"/>
            <ac:picMk id="7" creationId="{F100FB20-BD16-E958-82BE-5E1F75800571}"/>
          </ac:picMkLst>
        </pc:picChg>
        <pc:picChg chg="add del mod">
          <ac:chgData name="Michael Thomas" userId="33ee1f8b-bbc0-4f36-83fb-9a22d044f02b" providerId="ADAL" clId="{31D37A0E-295C-4C12-AA8A-FAE9E7D4E6B7}" dt="2026-05-18T12:45:57.301" v="3283" actId="478"/>
          <ac:picMkLst>
            <pc:docMk/>
            <pc:sldMk cId="4092897133" sldId="278"/>
            <ac:picMk id="8" creationId="{950A5FBE-4EEB-1B11-BF65-13AD2F9A13F8}"/>
          </ac:picMkLst>
        </pc:picChg>
        <pc:picChg chg="mod">
          <ac:chgData name="Michael Thomas" userId="33ee1f8b-bbc0-4f36-83fb-9a22d044f02b" providerId="ADAL" clId="{31D37A0E-295C-4C12-AA8A-FAE9E7D4E6B7}" dt="2026-05-18T12:49:39.804" v="3307" actId="1076"/>
          <ac:picMkLst>
            <pc:docMk/>
            <pc:sldMk cId="4092897133" sldId="278"/>
            <ac:picMk id="9" creationId="{561B13E5-4829-45FC-2CCD-8697B0BEADAB}"/>
          </ac:picMkLst>
        </pc:picChg>
        <pc:picChg chg="add del mod">
          <ac:chgData name="Michael Thomas" userId="33ee1f8b-bbc0-4f36-83fb-9a22d044f02b" providerId="ADAL" clId="{31D37A0E-295C-4C12-AA8A-FAE9E7D4E6B7}" dt="2026-05-18T12:47:40.496" v="3294" actId="478"/>
          <ac:picMkLst>
            <pc:docMk/>
            <pc:sldMk cId="4092897133" sldId="278"/>
            <ac:picMk id="11" creationId="{3A752AE4-B824-5874-57FF-9DCC0F5C489E}"/>
          </ac:picMkLst>
        </pc:picChg>
        <pc:picChg chg="del mod">
          <ac:chgData name="Michael Thomas" userId="33ee1f8b-bbc0-4f36-83fb-9a22d044f02b" providerId="ADAL" clId="{31D37A0E-295C-4C12-AA8A-FAE9E7D4E6B7}" dt="2026-05-18T12:48:32.496" v="3295" actId="478"/>
          <ac:picMkLst>
            <pc:docMk/>
            <pc:sldMk cId="4092897133" sldId="278"/>
            <ac:picMk id="13" creationId="{36412564-478A-922E-3263-776F7B7D8F4C}"/>
          </ac:picMkLst>
        </pc:picChg>
        <pc:picChg chg="add mod">
          <ac:chgData name="Michael Thomas" userId="33ee1f8b-bbc0-4f36-83fb-9a22d044f02b" providerId="ADAL" clId="{31D37A0E-295C-4C12-AA8A-FAE9E7D4E6B7}" dt="2026-05-18T12:49:41.592" v="3308" actId="1076"/>
          <ac:picMkLst>
            <pc:docMk/>
            <pc:sldMk cId="4092897133" sldId="278"/>
            <ac:picMk id="14" creationId="{7710B4A5-5531-9DF2-624B-12F14FFA720A}"/>
          </ac:picMkLst>
        </pc:picChg>
        <pc:picChg chg="add mod">
          <ac:chgData name="Michael Thomas" userId="33ee1f8b-bbc0-4f36-83fb-9a22d044f02b" providerId="ADAL" clId="{31D37A0E-295C-4C12-AA8A-FAE9E7D4E6B7}" dt="2026-05-18T12:49:53.912" v="3313" actId="1076"/>
          <ac:picMkLst>
            <pc:docMk/>
            <pc:sldMk cId="4092897133" sldId="278"/>
            <ac:picMk id="16" creationId="{EB376161-3774-0861-7115-7ADD2C14A42D}"/>
          </ac:picMkLst>
        </pc:picChg>
      </pc:sldChg>
      <pc:sldChg chg="addSp delSp modSp add mod">
        <pc:chgData name="Michael Thomas" userId="33ee1f8b-bbc0-4f36-83fb-9a22d044f02b" providerId="ADAL" clId="{31D37A0E-295C-4C12-AA8A-FAE9E7D4E6B7}" dt="2026-05-18T16:13:33.053" v="9667" actId="1038"/>
        <pc:sldMkLst>
          <pc:docMk/>
          <pc:sldMk cId="2499243128" sldId="279"/>
        </pc:sldMkLst>
        <pc:spChg chg="mod">
          <ac:chgData name="Michael Thomas" userId="33ee1f8b-bbc0-4f36-83fb-9a22d044f02b" providerId="ADAL" clId="{31D37A0E-295C-4C12-AA8A-FAE9E7D4E6B7}" dt="2026-05-18T13:13:27.102" v="3879" actId="113"/>
          <ac:spMkLst>
            <pc:docMk/>
            <pc:sldMk cId="2499243128" sldId="279"/>
            <ac:spMk id="2" creationId="{B7682638-1CA4-4F79-ED88-65D82A807BFD}"/>
          </ac:spMkLst>
        </pc:spChg>
        <pc:spChg chg="mod">
          <ac:chgData name="Michael Thomas" userId="33ee1f8b-bbc0-4f36-83fb-9a22d044f02b" providerId="ADAL" clId="{31D37A0E-295C-4C12-AA8A-FAE9E7D4E6B7}" dt="2026-05-18T13:01:35.540" v="3707" actId="20577"/>
          <ac:spMkLst>
            <pc:docMk/>
            <pc:sldMk cId="2499243128" sldId="279"/>
            <ac:spMk id="3" creationId="{C7B3C066-000B-1BD9-A61B-3345AB1A13FF}"/>
          </ac:spMkLst>
        </pc:spChg>
        <pc:spChg chg="del mod">
          <ac:chgData name="Michael Thomas" userId="33ee1f8b-bbc0-4f36-83fb-9a22d044f02b" providerId="ADAL" clId="{31D37A0E-295C-4C12-AA8A-FAE9E7D4E6B7}" dt="2026-05-18T13:00:11.529" v="3691" actId="478"/>
          <ac:spMkLst>
            <pc:docMk/>
            <pc:sldMk cId="2499243128" sldId="279"/>
            <ac:spMk id="14" creationId="{FAF65145-14EC-1B6F-B782-95414354A3AB}"/>
          </ac:spMkLst>
        </pc:spChg>
        <pc:picChg chg="add del mod">
          <ac:chgData name="Michael Thomas" userId="33ee1f8b-bbc0-4f36-83fb-9a22d044f02b" providerId="ADAL" clId="{31D37A0E-295C-4C12-AA8A-FAE9E7D4E6B7}" dt="2026-05-18T16:13:03.694" v="9663" actId="478"/>
          <ac:picMkLst>
            <pc:docMk/>
            <pc:sldMk cId="2499243128" sldId="279"/>
            <ac:picMk id="6" creationId="{CA895C29-13B4-9C53-B289-5E3476669EE8}"/>
          </ac:picMkLst>
        </pc:picChg>
        <pc:picChg chg="del">
          <ac:chgData name="Michael Thomas" userId="33ee1f8b-bbc0-4f36-83fb-9a22d044f02b" providerId="ADAL" clId="{31D37A0E-295C-4C12-AA8A-FAE9E7D4E6B7}" dt="2026-05-18T12:59:40.341" v="3685" actId="478"/>
          <ac:picMkLst>
            <pc:docMk/>
            <pc:sldMk cId="2499243128" sldId="279"/>
            <ac:picMk id="7" creationId="{12859506-05B7-10F2-D621-00DCBE5597E1}"/>
          </ac:picMkLst>
        </pc:picChg>
        <pc:picChg chg="add del mod">
          <ac:chgData name="Michael Thomas" userId="33ee1f8b-bbc0-4f36-83fb-9a22d044f02b" providerId="ADAL" clId="{31D37A0E-295C-4C12-AA8A-FAE9E7D4E6B7}" dt="2026-05-18T16:12:56.328" v="9660" actId="478"/>
          <ac:picMkLst>
            <pc:docMk/>
            <pc:sldMk cId="2499243128" sldId="279"/>
            <ac:picMk id="8" creationId="{4A3CB689-7FF0-03F6-BC3F-138FE62B06D7}"/>
          </ac:picMkLst>
        </pc:picChg>
        <pc:picChg chg="add mod">
          <ac:chgData name="Michael Thomas" userId="33ee1f8b-bbc0-4f36-83fb-9a22d044f02b" providerId="ADAL" clId="{31D37A0E-295C-4C12-AA8A-FAE9E7D4E6B7}" dt="2026-05-18T13:00:42.862" v="3695" actId="1076"/>
          <ac:picMkLst>
            <pc:docMk/>
            <pc:sldMk cId="2499243128" sldId="279"/>
            <ac:picMk id="9" creationId="{D89A1DE7-2E83-E235-BE39-509818C0AC49}"/>
          </ac:picMkLst>
        </pc:picChg>
        <pc:picChg chg="add mod">
          <ac:chgData name="Michael Thomas" userId="33ee1f8b-bbc0-4f36-83fb-9a22d044f02b" providerId="ADAL" clId="{31D37A0E-295C-4C12-AA8A-FAE9E7D4E6B7}" dt="2026-05-18T16:13:33.053" v="9667" actId="1038"/>
          <ac:picMkLst>
            <pc:docMk/>
            <pc:sldMk cId="2499243128" sldId="279"/>
            <ac:picMk id="10" creationId="{B413FDC6-683F-4373-0FF3-C459FCEFB51C}"/>
          </ac:picMkLst>
        </pc:picChg>
        <pc:picChg chg="add mod">
          <ac:chgData name="Michael Thomas" userId="33ee1f8b-bbc0-4f36-83fb-9a22d044f02b" providerId="ADAL" clId="{31D37A0E-295C-4C12-AA8A-FAE9E7D4E6B7}" dt="2026-05-18T16:13:30.596" v="9666" actId="14100"/>
          <ac:picMkLst>
            <pc:docMk/>
            <pc:sldMk cId="2499243128" sldId="279"/>
            <ac:picMk id="12" creationId="{5BFEFAA9-471A-CFF2-EB7C-DD01F5734E98}"/>
          </ac:picMkLst>
        </pc:picChg>
      </pc:sldChg>
      <pc:sldChg chg="add del setBg">
        <pc:chgData name="Michael Thomas" userId="33ee1f8b-bbc0-4f36-83fb-9a22d044f02b" providerId="ADAL" clId="{31D37A0E-295C-4C12-AA8A-FAE9E7D4E6B7}" dt="2026-05-18T12:59:28.806" v="3682"/>
        <pc:sldMkLst>
          <pc:docMk/>
          <pc:sldMk cId="2506175825" sldId="279"/>
        </pc:sldMkLst>
      </pc:sldChg>
      <pc:sldChg chg="addSp delSp modSp add mod">
        <pc:chgData name="Michael Thomas" userId="33ee1f8b-bbc0-4f36-83fb-9a22d044f02b" providerId="ADAL" clId="{31D37A0E-295C-4C12-AA8A-FAE9E7D4E6B7}" dt="2026-05-18T13:28:49.054" v="4668" actId="6549"/>
        <pc:sldMkLst>
          <pc:docMk/>
          <pc:sldMk cId="142215590" sldId="280"/>
        </pc:sldMkLst>
        <pc:spChg chg="mod">
          <ac:chgData name="Michael Thomas" userId="33ee1f8b-bbc0-4f36-83fb-9a22d044f02b" providerId="ADAL" clId="{31D37A0E-295C-4C12-AA8A-FAE9E7D4E6B7}" dt="2026-05-18T13:13:33.440" v="3882" actId="113"/>
          <ac:spMkLst>
            <pc:docMk/>
            <pc:sldMk cId="142215590" sldId="280"/>
            <ac:spMk id="2" creationId="{32F06C7A-941B-0D99-1AFA-2D03082EB857}"/>
          </ac:spMkLst>
        </pc:spChg>
        <pc:spChg chg="mod">
          <ac:chgData name="Michael Thomas" userId="33ee1f8b-bbc0-4f36-83fb-9a22d044f02b" providerId="ADAL" clId="{31D37A0E-295C-4C12-AA8A-FAE9E7D4E6B7}" dt="2026-05-18T13:28:49.054" v="4668" actId="6549"/>
          <ac:spMkLst>
            <pc:docMk/>
            <pc:sldMk cId="142215590" sldId="280"/>
            <ac:spMk id="3" creationId="{DF51140B-B53A-5674-6632-ADA66215CCED}"/>
          </ac:spMkLst>
        </pc:spChg>
        <pc:spChg chg="add mod">
          <ac:chgData name="Michael Thomas" userId="33ee1f8b-bbc0-4f36-83fb-9a22d044f02b" providerId="ADAL" clId="{31D37A0E-295C-4C12-AA8A-FAE9E7D4E6B7}" dt="2026-05-18T13:25:55.367" v="4441" actId="6549"/>
          <ac:spMkLst>
            <pc:docMk/>
            <pc:sldMk cId="142215590" sldId="280"/>
            <ac:spMk id="10" creationId="{4888C84E-16AF-7EDF-C803-F6A064D51585}"/>
          </ac:spMkLst>
        </pc:spChg>
        <pc:spChg chg="add mod">
          <ac:chgData name="Michael Thomas" userId="33ee1f8b-bbc0-4f36-83fb-9a22d044f02b" providerId="ADAL" clId="{31D37A0E-295C-4C12-AA8A-FAE9E7D4E6B7}" dt="2026-05-18T13:20:11.533" v="3953"/>
          <ac:spMkLst>
            <pc:docMk/>
            <pc:sldMk cId="142215590" sldId="280"/>
            <ac:spMk id="11" creationId="{D83D829D-AD52-76A1-02FB-EFF0DD01F0F8}"/>
          </ac:spMkLst>
        </pc:spChg>
        <pc:picChg chg="del">
          <ac:chgData name="Michael Thomas" userId="33ee1f8b-bbc0-4f36-83fb-9a22d044f02b" providerId="ADAL" clId="{31D37A0E-295C-4C12-AA8A-FAE9E7D4E6B7}" dt="2026-05-18T13:17:57.637" v="3887" actId="478"/>
          <ac:picMkLst>
            <pc:docMk/>
            <pc:sldMk cId="142215590" sldId="280"/>
            <ac:picMk id="6" creationId="{2CDA207E-BBC8-B596-3435-27F811D0A896}"/>
          </ac:picMkLst>
        </pc:picChg>
        <pc:picChg chg="add mod">
          <ac:chgData name="Michael Thomas" userId="33ee1f8b-bbc0-4f36-83fb-9a22d044f02b" providerId="ADAL" clId="{31D37A0E-295C-4C12-AA8A-FAE9E7D4E6B7}" dt="2026-05-18T13:26:06.408" v="4444" actId="1076"/>
          <ac:picMkLst>
            <pc:docMk/>
            <pc:sldMk cId="142215590" sldId="280"/>
            <ac:picMk id="7" creationId="{5685824E-6195-6629-CD8D-509104BA01AF}"/>
          </ac:picMkLst>
        </pc:picChg>
        <pc:picChg chg="del">
          <ac:chgData name="Michael Thomas" userId="33ee1f8b-bbc0-4f36-83fb-9a22d044f02b" providerId="ADAL" clId="{31D37A0E-295C-4C12-AA8A-FAE9E7D4E6B7}" dt="2026-05-18T13:17:58.196" v="3888" actId="478"/>
          <ac:picMkLst>
            <pc:docMk/>
            <pc:sldMk cId="142215590" sldId="280"/>
            <ac:picMk id="8" creationId="{04172780-2FEE-534A-AD93-14861827BE3B}"/>
          </ac:picMkLst>
        </pc:picChg>
        <pc:picChg chg="del">
          <ac:chgData name="Michael Thomas" userId="33ee1f8b-bbc0-4f36-83fb-9a22d044f02b" providerId="ADAL" clId="{31D37A0E-295C-4C12-AA8A-FAE9E7D4E6B7}" dt="2026-05-18T13:17:58.893" v="3889" actId="478"/>
          <ac:picMkLst>
            <pc:docMk/>
            <pc:sldMk cId="142215590" sldId="280"/>
            <ac:picMk id="9" creationId="{8F0F39E5-B7A6-D985-5887-E8132D5E5C8D}"/>
          </ac:picMkLst>
        </pc:picChg>
      </pc:sldChg>
      <pc:sldChg chg="add del setBg">
        <pc:chgData name="Michael Thomas" userId="33ee1f8b-bbc0-4f36-83fb-9a22d044f02b" providerId="ADAL" clId="{31D37A0E-295C-4C12-AA8A-FAE9E7D4E6B7}" dt="2026-05-18T13:10:25.039" v="3712"/>
        <pc:sldMkLst>
          <pc:docMk/>
          <pc:sldMk cId="1130378182" sldId="280"/>
        </pc:sldMkLst>
      </pc:sldChg>
      <pc:sldChg chg="addSp delSp modSp add mod modNotesTx">
        <pc:chgData name="Michael Thomas" userId="33ee1f8b-bbc0-4f36-83fb-9a22d044f02b" providerId="ADAL" clId="{31D37A0E-295C-4C12-AA8A-FAE9E7D4E6B7}" dt="2026-05-18T14:38:03.963" v="6547" actId="20577"/>
        <pc:sldMkLst>
          <pc:docMk/>
          <pc:sldMk cId="1956725758" sldId="281"/>
        </pc:sldMkLst>
        <pc:spChg chg="mod">
          <ac:chgData name="Michael Thomas" userId="33ee1f8b-bbc0-4f36-83fb-9a22d044f02b" providerId="ADAL" clId="{31D37A0E-295C-4C12-AA8A-FAE9E7D4E6B7}" dt="2026-05-18T13:13:37.910" v="3883" actId="113"/>
          <ac:spMkLst>
            <pc:docMk/>
            <pc:sldMk cId="1956725758" sldId="281"/>
            <ac:spMk id="2" creationId="{5C7C478E-438D-A824-BB72-BF92C72BB6B5}"/>
          </ac:spMkLst>
        </pc:spChg>
        <pc:spChg chg="mod">
          <ac:chgData name="Michael Thomas" userId="33ee1f8b-bbc0-4f36-83fb-9a22d044f02b" providerId="ADAL" clId="{31D37A0E-295C-4C12-AA8A-FAE9E7D4E6B7}" dt="2026-05-18T14:36:57.379" v="6446" actId="20577"/>
          <ac:spMkLst>
            <pc:docMk/>
            <pc:sldMk cId="1956725758" sldId="281"/>
            <ac:spMk id="3" creationId="{E6003F1B-227F-68EB-6279-CEE47D8A2BC0}"/>
          </ac:spMkLst>
        </pc:spChg>
        <pc:spChg chg="add mod">
          <ac:chgData name="Michael Thomas" userId="33ee1f8b-bbc0-4f36-83fb-9a22d044f02b" providerId="ADAL" clId="{31D37A0E-295C-4C12-AA8A-FAE9E7D4E6B7}" dt="2026-05-18T14:13:42.792" v="5298" actId="20577"/>
          <ac:spMkLst>
            <pc:docMk/>
            <pc:sldMk cId="1956725758" sldId="281"/>
            <ac:spMk id="10" creationId="{D33CE7F1-3D2F-2A0D-F1EC-66903A65C6CA}"/>
          </ac:spMkLst>
        </pc:spChg>
        <pc:picChg chg="del">
          <ac:chgData name="Michael Thomas" userId="33ee1f8b-bbc0-4f36-83fb-9a22d044f02b" providerId="ADAL" clId="{31D37A0E-295C-4C12-AA8A-FAE9E7D4E6B7}" dt="2026-05-18T13:11:24.285" v="3774" actId="478"/>
          <ac:picMkLst>
            <pc:docMk/>
            <pc:sldMk cId="1956725758" sldId="281"/>
            <ac:picMk id="6" creationId="{3FB736AF-22E5-A352-7E30-B400B6834434}"/>
          </ac:picMkLst>
        </pc:picChg>
        <pc:picChg chg="add mod">
          <ac:chgData name="Michael Thomas" userId="33ee1f8b-bbc0-4f36-83fb-9a22d044f02b" providerId="ADAL" clId="{31D37A0E-295C-4C12-AA8A-FAE9E7D4E6B7}" dt="2026-05-18T14:35:00.146" v="6412" actId="1076"/>
          <ac:picMkLst>
            <pc:docMk/>
            <pc:sldMk cId="1956725758" sldId="281"/>
            <ac:picMk id="7" creationId="{5021B1C3-4F56-09A9-AEE2-3AC447F5AAB8}"/>
          </ac:picMkLst>
        </pc:picChg>
        <pc:picChg chg="del">
          <ac:chgData name="Michael Thomas" userId="33ee1f8b-bbc0-4f36-83fb-9a22d044f02b" providerId="ADAL" clId="{31D37A0E-295C-4C12-AA8A-FAE9E7D4E6B7}" dt="2026-05-18T13:11:23.748" v="3773" actId="478"/>
          <ac:picMkLst>
            <pc:docMk/>
            <pc:sldMk cId="1956725758" sldId="281"/>
            <ac:picMk id="8" creationId="{7B533083-2393-EEFE-FCCA-1C5845EFC835}"/>
          </ac:picMkLst>
        </pc:picChg>
        <pc:picChg chg="del">
          <ac:chgData name="Michael Thomas" userId="33ee1f8b-bbc0-4f36-83fb-9a22d044f02b" providerId="ADAL" clId="{31D37A0E-295C-4C12-AA8A-FAE9E7D4E6B7}" dt="2026-05-18T13:11:23.268" v="3772" actId="478"/>
          <ac:picMkLst>
            <pc:docMk/>
            <pc:sldMk cId="1956725758" sldId="281"/>
            <ac:picMk id="9" creationId="{5194FC86-B28A-6427-07AF-2538A5D28BFA}"/>
          </ac:picMkLst>
        </pc:picChg>
      </pc:sldChg>
      <pc:sldChg chg="add del setBg">
        <pc:chgData name="Michael Thomas" userId="33ee1f8b-bbc0-4f36-83fb-9a22d044f02b" providerId="ADAL" clId="{31D37A0E-295C-4C12-AA8A-FAE9E7D4E6B7}" dt="2026-05-18T13:11:04.504" v="3745"/>
        <pc:sldMkLst>
          <pc:docMk/>
          <pc:sldMk cId="2137456419" sldId="281"/>
        </pc:sldMkLst>
      </pc:sldChg>
      <pc:sldChg chg="add del setBg">
        <pc:chgData name="Michael Thomas" userId="33ee1f8b-bbc0-4f36-83fb-9a22d044f02b" providerId="ADAL" clId="{31D37A0E-295C-4C12-AA8A-FAE9E7D4E6B7}" dt="2026-05-18T13:11:07.180" v="3748"/>
        <pc:sldMkLst>
          <pc:docMk/>
          <pc:sldMk cId="2893584725" sldId="282"/>
        </pc:sldMkLst>
      </pc:sldChg>
      <pc:sldChg chg="addSp delSp modSp add mod">
        <pc:chgData name="Michael Thomas" userId="33ee1f8b-bbc0-4f36-83fb-9a22d044f02b" providerId="ADAL" clId="{31D37A0E-295C-4C12-AA8A-FAE9E7D4E6B7}" dt="2026-05-18T14:26:51.114" v="5718" actId="20577"/>
        <pc:sldMkLst>
          <pc:docMk/>
          <pc:sldMk cId="4186279149" sldId="282"/>
        </pc:sldMkLst>
        <pc:spChg chg="mod">
          <ac:chgData name="Michael Thomas" userId="33ee1f8b-bbc0-4f36-83fb-9a22d044f02b" providerId="ADAL" clId="{31D37A0E-295C-4C12-AA8A-FAE9E7D4E6B7}" dt="2026-05-18T13:13:41.056" v="3884" actId="113"/>
          <ac:spMkLst>
            <pc:docMk/>
            <pc:sldMk cId="4186279149" sldId="282"/>
            <ac:spMk id="2" creationId="{46DD4148-2637-D45A-CB68-879640EAA2F5}"/>
          </ac:spMkLst>
        </pc:spChg>
        <pc:spChg chg="mod">
          <ac:chgData name="Michael Thomas" userId="33ee1f8b-bbc0-4f36-83fb-9a22d044f02b" providerId="ADAL" clId="{31D37A0E-295C-4C12-AA8A-FAE9E7D4E6B7}" dt="2026-05-18T14:25:59.052" v="5614" actId="20577"/>
          <ac:spMkLst>
            <pc:docMk/>
            <pc:sldMk cId="4186279149" sldId="282"/>
            <ac:spMk id="3" creationId="{D772A402-4339-DC69-B102-56B009B8A2BE}"/>
          </ac:spMkLst>
        </pc:spChg>
        <pc:spChg chg="del mod">
          <ac:chgData name="Michael Thomas" userId="33ee1f8b-bbc0-4f36-83fb-9a22d044f02b" providerId="ADAL" clId="{31D37A0E-295C-4C12-AA8A-FAE9E7D4E6B7}" dt="2026-05-18T14:26:05.434" v="5616" actId="478"/>
          <ac:spMkLst>
            <pc:docMk/>
            <pc:sldMk cId="4186279149" sldId="282"/>
            <ac:spMk id="4" creationId="{71B97B41-0DB4-D016-58A2-DD7FB94A1905}"/>
          </ac:spMkLst>
        </pc:spChg>
        <pc:spChg chg="add mod">
          <ac:chgData name="Michael Thomas" userId="33ee1f8b-bbc0-4f36-83fb-9a22d044f02b" providerId="ADAL" clId="{31D37A0E-295C-4C12-AA8A-FAE9E7D4E6B7}" dt="2026-05-18T14:26:51.114" v="5718" actId="20577"/>
          <ac:spMkLst>
            <pc:docMk/>
            <pc:sldMk cId="4186279149" sldId="282"/>
            <ac:spMk id="7" creationId="{3FE15C91-DABA-ACDA-70B2-C62DAB0CC174}"/>
          </ac:spMkLst>
        </pc:spChg>
        <pc:spChg chg="add del mod">
          <ac:chgData name="Michael Thomas" userId="33ee1f8b-bbc0-4f36-83fb-9a22d044f02b" providerId="ADAL" clId="{31D37A0E-295C-4C12-AA8A-FAE9E7D4E6B7}" dt="2026-05-18T14:26:07.577" v="5617" actId="478"/>
          <ac:spMkLst>
            <pc:docMk/>
            <pc:sldMk cId="4186279149" sldId="282"/>
            <ac:spMk id="11" creationId="{44E82B9D-9DBF-68DE-7B27-BD68EC30FC9E}"/>
          </ac:spMkLst>
        </pc:spChg>
        <pc:picChg chg="del">
          <ac:chgData name="Michael Thomas" userId="33ee1f8b-bbc0-4f36-83fb-9a22d044f02b" providerId="ADAL" clId="{31D37A0E-295C-4C12-AA8A-FAE9E7D4E6B7}" dt="2026-05-18T13:11:54.292" v="3802" actId="478"/>
          <ac:picMkLst>
            <pc:docMk/>
            <pc:sldMk cId="4186279149" sldId="282"/>
            <ac:picMk id="6" creationId="{18776965-F887-F44B-7FFF-A901D4527365}"/>
          </ac:picMkLst>
        </pc:picChg>
        <pc:picChg chg="del">
          <ac:chgData name="Michael Thomas" userId="33ee1f8b-bbc0-4f36-83fb-9a22d044f02b" providerId="ADAL" clId="{31D37A0E-295C-4C12-AA8A-FAE9E7D4E6B7}" dt="2026-05-18T13:11:54.748" v="3803" actId="478"/>
          <ac:picMkLst>
            <pc:docMk/>
            <pc:sldMk cId="4186279149" sldId="282"/>
            <ac:picMk id="8" creationId="{48523038-4689-6BD7-EE0B-0EAB2F672EA8}"/>
          </ac:picMkLst>
        </pc:picChg>
        <pc:picChg chg="del">
          <ac:chgData name="Michael Thomas" userId="33ee1f8b-bbc0-4f36-83fb-9a22d044f02b" providerId="ADAL" clId="{31D37A0E-295C-4C12-AA8A-FAE9E7D4E6B7}" dt="2026-05-18T13:11:55.261" v="3804" actId="478"/>
          <ac:picMkLst>
            <pc:docMk/>
            <pc:sldMk cId="4186279149" sldId="282"/>
            <ac:picMk id="9" creationId="{9A584D51-0C05-B464-B7F8-E15F1E91451C}"/>
          </ac:picMkLst>
        </pc:picChg>
      </pc:sldChg>
      <pc:sldChg chg="add del setBg">
        <pc:chgData name="Michael Thomas" userId="33ee1f8b-bbc0-4f36-83fb-9a22d044f02b" providerId="ADAL" clId="{31D37A0E-295C-4C12-AA8A-FAE9E7D4E6B7}" dt="2026-05-18T13:12:26.258" v="3819"/>
        <pc:sldMkLst>
          <pc:docMk/>
          <pc:sldMk cId="863611974" sldId="283"/>
        </pc:sldMkLst>
      </pc:sldChg>
      <pc:sldChg chg="modSp add mod">
        <pc:chgData name="Michael Thomas" userId="33ee1f8b-bbc0-4f36-83fb-9a22d044f02b" providerId="ADAL" clId="{31D37A0E-295C-4C12-AA8A-FAE9E7D4E6B7}" dt="2026-05-18T14:39:53.459" v="6806" actId="20577"/>
        <pc:sldMkLst>
          <pc:docMk/>
          <pc:sldMk cId="4269323207" sldId="283"/>
        </pc:sldMkLst>
        <pc:spChg chg="mod">
          <ac:chgData name="Michael Thomas" userId="33ee1f8b-bbc0-4f36-83fb-9a22d044f02b" providerId="ADAL" clId="{31D37A0E-295C-4C12-AA8A-FAE9E7D4E6B7}" dt="2026-05-18T13:12:36.573" v="3862" actId="20577"/>
          <ac:spMkLst>
            <pc:docMk/>
            <pc:sldMk cId="4269323207" sldId="283"/>
            <ac:spMk id="2" creationId="{91E10CDB-59B9-8FD2-B066-82A832AA9EBD}"/>
          </ac:spMkLst>
        </pc:spChg>
        <pc:spChg chg="mod">
          <ac:chgData name="Michael Thomas" userId="33ee1f8b-bbc0-4f36-83fb-9a22d044f02b" providerId="ADAL" clId="{31D37A0E-295C-4C12-AA8A-FAE9E7D4E6B7}" dt="2026-05-18T14:39:53.459" v="6806" actId="20577"/>
          <ac:spMkLst>
            <pc:docMk/>
            <pc:sldMk cId="4269323207" sldId="283"/>
            <ac:spMk id="4" creationId="{B2DD9084-9AB6-C160-F04A-8974B4CB53C9}"/>
          </ac:spMkLst>
        </pc:spChg>
      </pc:sldChg>
      <pc:sldChg chg="addSp delSp modSp add mod">
        <pc:chgData name="Michael Thomas" userId="33ee1f8b-bbc0-4f36-83fb-9a22d044f02b" providerId="ADAL" clId="{31D37A0E-295C-4C12-AA8A-FAE9E7D4E6B7}" dt="2026-05-18T15:07:11.699" v="7704" actId="6549"/>
        <pc:sldMkLst>
          <pc:docMk/>
          <pc:sldMk cId="633647274" sldId="284"/>
        </pc:sldMkLst>
        <pc:spChg chg="mod">
          <ac:chgData name="Michael Thomas" userId="33ee1f8b-bbc0-4f36-83fb-9a22d044f02b" providerId="ADAL" clId="{31D37A0E-295C-4C12-AA8A-FAE9E7D4E6B7}" dt="2026-05-18T13:13:03.892" v="3877" actId="27636"/>
          <ac:spMkLst>
            <pc:docMk/>
            <pc:sldMk cId="633647274" sldId="284"/>
            <ac:spMk id="2" creationId="{DEDE7A4F-4B82-8104-D8BB-D2A5038D2E10}"/>
          </ac:spMkLst>
        </pc:spChg>
        <pc:spChg chg="add mod">
          <ac:chgData name="Michael Thomas" userId="33ee1f8b-bbc0-4f36-83fb-9a22d044f02b" providerId="ADAL" clId="{31D37A0E-295C-4C12-AA8A-FAE9E7D4E6B7}" dt="2026-05-18T15:02:02.191" v="7175" actId="1076"/>
          <ac:spMkLst>
            <pc:docMk/>
            <pc:sldMk cId="633647274" sldId="284"/>
            <ac:spMk id="3" creationId="{9F729B78-B6C1-D0FB-078F-4FECC1BC1134}"/>
          </ac:spMkLst>
        </pc:spChg>
        <pc:spChg chg="del mod">
          <ac:chgData name="Michael Thomas" userId="33ee1f8b-bbc0-4f36-83fb-9a22d044f02b" providerId="ADAL" clId="{31D37A0E-295C-4C12-AA8A-FAE9E7D4E6B7}" dt="2026-05-18T14:40:15.628" v="6809" actId="478"/>
          <ac:spMkLst>
            <pc:docMk/>
            <pc:sldMk cId="633647274" sldId="284"/>
            <ac:spMk id="4" creationId="{9F1EC9F2-BE15-EEA3-8542-54B4B637C4E1}"/>
          </ac:spMkLst>
        </pc:spChg>
        <pc:spChg chg="add del mod">
          <ac:chgData name="Michael Thomas" userId="33ee1f8b-bbc0-4f36-83fb-9a22d044f02b" providerId="ADAL" clId="{31D37A0E-295C-4C12-AA8A-FAE9E7D4E6B7}" dt="2026-05-18T14:40:17.003" v="6810" actId="478"/>
          <ac:spMkLst>
            <pc:docMk/>
            <pc:sldMk cId="633647274" sldId="284"/>
            <ac:spMk id="7" creationId="{983A68BE-F5CF-777A-13E2-8927CBF81F09}"/>
          </ac:spMkLst>
        </pc:spChg>
        <pc:spChg chg="add mod">
          <ac:chgData name="Michael Thomas" userId="33ee1f8b-bbc0-4f36-83fb-9a22d044f02b" providerId="ADAL" clId="{31D37A0E-295C-4C12-AA8A-FAE9E7D4E6B7}" dt="2026-05-18T15:07:11.699" v="7704" actId="6549"/>
          <ac:spMkLst>
            <pc:docMk/>
            <pc:sldMk cId="633647274" sldId="284"/>
            <ac:spMk id="10" creationId="{12347A4B-5FAC-7C4B-6781-A0C0053A2CCC}"/>
          </ac:spMkLst>
        </pc:spChg>
        <pc:picChg chg="add mod">
          <ac:chgData name="Michael Thomas" userId="33ee1f8b-bbc0-4f36-83fb-9a22d044f02b" providerId="ADAL" clId="{31D37A0E-295C-4C12-AA8A-FAE9E7D4E6B7}" dt="2026-05-18T15:01:55.322" v="7173" actId="1076"/>
          <ac:picMkLst>
            <pc:docMk/>
            <pc:sldMk cId="633647274" sldId="284"/>
            <ac:picMk id="8" creationId="{24357DF4-37E3-8F18-2402-222B291AA782}"/>
          </ac:picMkLst>
        </pc:picChg>
        <pc:picChg chg="add mod">
          <ac:chgData name="Michael Thomas" userId="33ee1f8b-bbc0-4f36-83fb-9a22d044f02b" providerId="ADAL" clId="{31D37A0E-295C-4C12-AA8A-FAE9E7D4E6B7}" dt="2026-05-18T15:01:53.662" v="7172" actId="1076"/>
          <ac:picMkLst>
            <pc:docMk/>
            <pc:sldMk cId="633647274" sldId="284"/>
            <ac:picMk id="9" creationId="{24C76646-892E-3CF9-B0AE-FCCB49FDFC49}"/>
          </ac:picMkLst>
        </pc:picChg>
      </pc:sldChg>
      <pc:sldChg chg="add del setBg">
        <pc:chgData name="Michael Thomas" userId="33ee1f8b-bbc0-4f36-83fb-9a22d044f02b" providerId="ADAL" clId="{31D37A0E-295C-4C12-AA8A-FAE9E7D4E6B7}" dt="2026-05-18T13:12:49.020" v="3870"/>
        <pc:sldMkLst>
          <pc:docMk/>
          <pc:sldMk cId="1704381043" sldId="284"/>
        </pc:sldMkLst>
      </pc:sldChg>
      <pc:sldChg chg="addSp delSp modSp add mod">
        <pc:chgData name="Michael Thomas" userId="33ee1f8b-bbc0-4f36-83fb-9a22d044f02b" providerId="ADAL" clId="{31D37A0E-295C-4C12-AA8A-FAE9E7D4E6B7}" dt="2026-05-18T16:04:11.992" v="9230" actId="20577"/>
        <pc:sldMkLst>
          <pc:docMk/>
          <pc:sldMk cId="2673979265" sldId="285"/>
        </pc:sldMkLst>
        <pc:spChg chg="mod">
          <ac:chgData name="Michael Thomas" userId="33ee1f8b-bbc0-4f36-83fb-9a22d044f02b" providerId="ADAL" clId="{31D37A0E-295C-4C12-AA8A-FAE9E7D4E6B7}" dt="2026-05-18T16:04:11.992" v="9230" actId="20577"/>
          <ac:spMkLst>
            <pc:docMk/>
            <pc:sldMk cId="2673979265" sldId="285"/>
            <ac:spMk id="3" creationId="{E2A11AB8-69C8-C1C8-983F-9AC1FC421E5E}"/>
          </ac:spMkLst>
        </pc:spChg>
        <pc:graphicFrameChg chg="add mod">
          <ac:chgData name="Michael Thomas" userId="33ee1f8b-bbc0-4f36-83fb-9a22d044f02b" providerId="ADAL" clId="{31D37A0E-295C-4C12-AA8A-FAE9E7D4E6B7}" dt="2026-05-18T15:28:08.209" v="7705"/>
          <ac:graphicFrameMkLst>
            <pc:docMk/>
            <pc:sldMk cId="2673979265" sldId="285"/>
            <ac:graphicFrameMk id="4" creationId="{812959A5-9AEB-D42C-BE8B-7C4D9933823A}"/>
          </ac:graphicFrameMkLst>
        </pc:graphicFrameChg>
        <pc:picChg chg="add mod">
          <ac:chgData name="Michael Thomas" userId="33ee1f8b-bbc0-4f36-83fb-9a22d044f02b" providerId="ADAL" clId="{31D37A0E-295C-4C12-AA8A-FAE9E7D4E6B7}" dt="2026-05-18T15:33:14.326" v="7772" actId="1076"/>
          <ac:picMkLst>
            <pc:docMk/>
            <pc:sldMk cId="2673979265" sldId="285"/>
            <ac:picMk id="6" creationId="{DEA9D9F8-B0E4-6F69-57B7-0394F4613093}"/>
          </ac:picMkLst>
        </pc:picChg>
        <pc:picChg chg="del">
          <ac:chgData name="Michael Thomas" userId="33ee1f8b-bbc0-4f36-83fb-9a22d044f02b" providerId="ADAL" clId="{31D37A0E-295C-4C12-AA8A-FAE9E7D4E6B7}" dt="2026-05-18T15:28:14.380" v="7708" actId="478"/>
          <ac:picMkLst>
            <pc:docMk/>
            <pc:sldMk cId="2673979265" sldId="285"/>
            <ac:picMk id="8" creationId="{B5D894F6-BB5F-EF58-5657-64963DE33EF5}"/>
          </ac:picMkLst>
        </pc:picChg>
        <pc:picChg chg="del">
          <ac:chgData name="Michael Thomas" userId="33ee1f8b-bbc0-4f36-83fb-9a22d044f02b" providerId="ADAL" clId="{31D37A0E-295C-4C12-AA8A-FAE9E7D4E6B7}" dt="2026-05-18T15:28:14.868" v="7709" actId="478"/>
          <ac:picMkLst>
            <pc:docMk/>
            <pc:sldMk cId="2673979265" sldId="285"/>
            <ac:picMk id="9" creationId="{31478B44-E695-19A2-F960-C222A26A969F}"/>
          </ac:picMkLst>
        </pc:picChg>
      </pc:sldChg>
      <pc:sldChg chg="add del setBg">
        <pc:chgData name="Michael Thomas" userId="33ee1f8b-bbc0-4f36-83fb-9a22d044f02b" providerId="ADAL" clId="{31D37A0E-295C-4C12-AA8A-FAE9E7D4E6B7}" dt="2026-05-18T15:02:05.450" v="7177"/>
        <pc:sldMkLst>
          <pc:docMk/>
          <pc:sldMk cId="3965978787" sldId="285"/>
        </pc:sldMkLst>
      </pc:sldChg>
      <pc:sldChg chg="add del setBg">
        <pc:chgData name="Michael Thomas" userId="33ee1f8b-bbc0-4f36-83fb-9a22d044f02b" providerId="ADAL" clId="{31D37A0E-295C-4C12-AA8A-FAE9E7D4E6B7}" dt="2026-05-18T15:38:11.845" v="8174"/>
        <pc:sldMkLst>
          <pc:docMk/>
          <pc:sldMk cId="818693137" sldId="286"/>
        </pc:sldMkLst>
      </pc:sldChg>
      <pc:sldChg chg="addSp delSp modSp add mod ord">
        <pc:chgData name="Michael Thomas" userId="33ee1f8b-bbc0-4f36-83fb-9a22d044f02b" providerId="ADAL" clId="{31D37A0E-295C-4C12-AA8A-FAE9E7D4E6B7}" dt="2026-05-18T16:01:30.536" v="8967" actId="20577"/>
        <pc:sldMkLst>
          <pc:docMk/>
          <pc:sldMk cId="1056669281" sldId="286"/>
        </pc:sldMkLst>
        <pc:spChg chg="mod">
          <ac:chgData name="Michael Thomas" userId="33ee1f8b-bbc0-4f36-83fb-9a22d044f02b" providerId="ADAL" clId="{31D37A0E-295C-4C12-AA8A-FAE9E7D4E6B7}" dt="2026-05-18T16:01:30.536" v="8967" actId="20577"/>
          <ac:spMkLst>
            <pc:docMk/>
            <pc:sldMk cId="1056669281" sldId="286"/>
            <ac:spMk id="3" creationId="{14925705-694D-E8EA-6CF2-2817F0657F16}"/>
          </ac:spMkLst>
        </pc:spChg>
        <pc:picChg chg="add mod">
          <ac:chgData name="Michael Thomas" userId="33ee1f8b-bbc0-4f36-83fb-9a22d044f02b" providerId="ADAL" clId="{31D37A0E-295C-4C12-AA8A-FAE9E7D4E6B7}" dt="2026-05-18T15:51:53.711" v="8601" actId="1035"/>
          <ac:picMkLst>
            <pc:docMk/>
            <pc:sldMk cId="1056669281" sldId="286"/>
            <ac:picMk id="4" creationId="{57BDD9E2-0775-7D20-94A8-E84163FBE1C7}"/>
          </ac:picMkLst>
        </pc:picChg>
        <pc:picChg chg="del">
          <ac:chgData name="Michael Thomas" userId="33ee1f8b-bbc0-4f36-83fb-9a22d044f02b" providerId="ADAL" clId="{31D37A0E-295C-4C12-AA8A-FAE9E7D4E6B7}" dt="2026-05-18T15:43:56.872" v="8176" actId="478"/>
          <ac:picMkLst>
            <pc:docMk/>
            <pc:sldMk cId="1056669281" sldId="286"/>
            <ac:picMk id="6" creationId="{BC3FAEDA-DF55-9494-37E9-05BAF0A6604D}"/>
          </ac:picMkLst>
        </pc:picChg>
        <pc:picChg chg="add mod">
          <ac:chgData name="Michael Thomas" userId="33ee1f8b-bbc0-4f36-83fb-9a22d044f02b" providerId="ADAL" clId="{31D37A0E-295C-4C12-AA8A-FAE9E7D4E6B7}" dt="2026-05-18T15:51:53.711" v="8601" actId="1035"/>
          <ac:picMkLst>
            <pc:docMk/>
            <pc:sldMk cId="1056669281" sldId="286"/>
            <ac:picMk id="7" creationId="{667B4B97-55C0-1459-4B97-4C93883E0806}"/>
          </ac:picMkLst>
        </pc:picChg>
        <pc:picChg chg="add mod">
          <ac:chgData name="Michael Thomas" userId="33ee1f8b-bbc0-4f36-83fb-9a22d044f02b" providerId="ADAL" clId="{31D37A0E-295C-4C12-AA8A-FAE9E7D4E6B7}" dt="2026-05-18T15:51:53.711" v="8601" actId="1035"/>
          <ac:picMkLst>
            <pc:docMk/>
            <pc:sldMk cId="1056669281" sldId="286"/>
            <ac:picMk id="8" creationId="{8E226FFB-7447-C13D-03AE-8B6C72BC7EA6}"/>
          </ac:picMkLst>
        </pc:picChg>
        <pc:picChg chg="add mod">
          <ac:chgData name="Michael Thomas" userId="33ee1f8b-bbc0-4f36-83fb-9a22d044f02b" providerId="ADAL" clId="{31D37A0E-295C-4C12-AA8A-FAE9E7D4E6B7}" dt="2026-05-18T15:51:53.711" v="8601" actId="1035"/>
          <ac:picMkLst>
            <pc:docMk/>
            <pc:sldMk cId="1056669281" sldId="286"/>
            <ac:picMk id="9" creationId="{CF3E6F24-9769-478F-CA52-F4C7FB178AD9}"/>
          </ac:picMkLst>
        </pc:picChg>
        <pc:picChg chg="add mod">
          <ac:chgData name="Michael Thomas" userId="33ee1f8b-bbc0-4f36-83fb-9a22d044f02b" providerId="ADAL" clId="{31D37A0E-295C-4C12-AA8A-FAE9E7D4E6B7}" dt="2026-05-18T15:52:54.808" v="8733" actId="1076"/>
          <ac:picMkLst>
            <pc:docMk/>
            <pc:sldMk cId="1056669281" sldId="286"/>
            <ac:picMk id="10" creationId="{284F4E48-1F7C-DFA2-2466-E0BA5EEB7746}"/>
          </ac:picMkLst>
        </pc:picChg>
        <pc:picChg chg="add mod">
          <ac:chgData name="Michael Thomas" userId="33ee1f8b-bbc0-4f36-83fb-9a22d044f02b" providerId="ADAL" clId="{31D37A0E-295C-4C12-AA8A-FAE9E7D4E6B7}" dt="2026-05-18T15:53:27.939" v="8740" actId="14100"/>
          <ac:picMkLst>
            <pc:docMk/>
            <pc:sldMk cId="1056669281" sldId="286"/>
            <ac:picMk id="11" creationId="{E7696BC6-44E9-B14A-0E3C-334A2BA4132A}"/>
          </ac:picMkLst>
        </pc:picChg>
      </pc:sldChg>
      <pc:sldMasterChg chg="addSp mod">
        <pc:chgData name="Michael Thomas" userId="33ee1f8b-bbc0-4f36-83fb-9a22d044f02b" providerId="ADAL" clId="{31D37A0E-295C-4C12-AA8A-FAE9E7D4E6B7}" dt="2026-05-18T11:15:37.752" v="3" actId="33475"/>
        <pc:sldMasterMkLst>
          <pc:docMk/>
          <pc:sldMasterMk cId="3056564892" sldId="2147483917"/>
        </pc:sldMasterMkLst>
        <pc:spChg chg="add">
          <ac:chgData name="Michael Thomas" userId="33ee1f8b-bbc0-4f36-83fb-9a22d044f02b" providerId="ADAL" clId="{31D37A0E-295C-4C12-AA8A-FAE9E7D4E6B7}" dt="2026-05-18T11:15:37.752" v="3" actId="33475"/>
          <ac:spMkLst>
            <pc:docMk/>
            <pc:sldMasterMk cId="3056564892" sldId="2147483917"/>
            <ac:spMk id="9" creationId="{6764F219-4CFC-7E04-8CDD-E0D873B1B05B}"/>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5/18/2026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5/18/2026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ov.uk/government/publications/glp-1-medicines-for-weight-loss-and-diabetes-what-you-need-to-know/glp-1-medicines-for-weight-loss-and-diabetes-what-you-need-to-know"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GLP 1 is according </a:t>
            </a:r>
            <a:r>
              <a:rPr lang="en-GB" sz="1200" dirty="0">
                <a:hlinkClick r:id="rId3"/>
              </a:rPr>
              <a:t>Gov.uk (2026)</a:t>
            </a:r>
            <a:r>
              <a:rPr lang="en-GB" sz="1200" dirty="0"/>
              <a:t> a weight loss medication which mimics the natural hormone which is released after eating  that makes that makes you feel fuller as a result . </a:t>
            </a:r>
          </a:p>
          <a:p>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201029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Download outpatient referrals file: 'outpatient-referrals-april-2012-onwards-v7-en-gb.csv' extracted from https://stats.gov.wales/en-GB/9e8f6f1d-d4aa-457a-a675-cc0e2caef3a5/ with no filters applied to bring through all specialities</a:t>
            </a:r>
          </a:p>
          <a:p>
            <a:r>
              <a:rPr lang="en-GB" dirty="0"/>
              <a:t>- Filter referrals data to 'all referrals' col 'Source of referral',  'exclude </a:t>
            </a:r>
            <a:r>
              <a:rPr lang="en-GB" dirty="0" err="1"/>
              <a:t>Wales'</a:t>
            </a:r>
            <a:r>
              <a:rPr lang="en-GB" dirty="0"/>
              <a:t> col 'Local health board provider', </a:t>
            </a:r>
          </a:p>
          <a:p>
            <a:r>
              <a:rPr lang="en-GB" dirty="0"/>
              <a:t>exclude 'all specialities', 'paediatrics' specialties col 'Specialty'</a:t>
            </a:r>
          </a:p>
          <a:p>
            <a:r>
              <a:rPr lang="en-GB" dirty="0"/>
              <a:t>- Filter timeframe to match </a:t>
            </a:r>
            <a:r>
              <a:rPr lang="en-GB" dirty="0" err="1"/>
              <a:t>gp</a:t>
            </a:r>
            <a:r>
              <a:rPr lang="en-GB" dirty="0"/>
              <a:t> prescription availability col '</a:t>
            </a:r>
            <a:r>
              <a:rPr lang="en-GB" dirty="0" err="1"/>
              <a:t>Date_reference</a:t>
            </a:r>
            <a:r>
              <a:rPr lang="en-GB" dirty="0"/>
              <a:t>'</a:t>
            </a:r>
          </a:p>
          <a:p>
            <a:r>
              <a:rPr lang="en-GB" dirty="0"/>
              <a:t>- Copy filtered data into new file: 'Referrals_Prescriptions.xlsx'</a:t>
            </a:r>
          </a:p>
          <a:p>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1189862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solidFill>
                  <a:srgbClr val="2C2F21"/>
                </a:solidFill>
                <a:latin typeface="Bahnschrift Light"/>
                <a:ea typeface="+mn-lt"/>
                <a:cs typeface="+mn-lt"/>
              </a:rPr>
              <a:t>(1</a:t>
            </a:r>
            <a:r>
              <a:rPr lang="en-GB" sz="1200" baseline="30000" dirty="0">
                <a:solidFill>
                  <a:srgbClr val="2C2F21"/>
                </a:solidFill>
                <a:latin typeface="Bahnschrift Light"/>
                <a:ea typeface="+mn-lt"/>
                <a:cs typeface="+mn-lt"/>
              </a:rPr>
              <a:t>st</a:t>
            </a:r>
            <a:r>
              <a:rPr lang="en-GB" sz="1200" dirty="0">
                <a:solidFill>
                  <a:srgbClr val="2C2F21"/>
                </a:solidFill>
                <a:latin typeface="Bahnschrift Light"/>
                <a:ea typeface="+mn-lt"/>
                <a:cs typeface="+mn-lt"/>
              </a:rPr>
              <a:t> Apr 2025 snapshot) </a:t>
            </a:r>
          </a:p>
          <a:p>
            <a:endParaRPr lang="en-GB" sz="1200" dirty="0">
              <a:solidFill>
                <a:srgbClr val="2C2F21"/>
              </a:solidFill>
              <a:latin typeface="Bahnschrift Light"/>
              <a:ea typeface="+mn-lt"/>
              <a:cs typeface="+mn-lt"/>
            </a:endParaRPr>
          </a:p>
          <a:p>
            <a:r>
              <a:rPr lang="en-GB" sz="1200" dirty="0">
                <a:solidFill>
                  <a:srgbClr val="2C2F21"/>
                </a:solidFill>
                <a:latin typeface="Bahnschrift Light"/>
                <a:ea typeface="+mn-lt"/>
                <a:cs typeface="+mn-lt"/>
              </a:rPr>
              <a:t>Current monthly levels of prescriptions are under 10,000.</a:t>
            </a:r>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3967958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4187001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774845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31046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26F9D9E-FBB2-49D2-98A3-375E6DBB1458}" type="datetime1">
              <a:rPr lang="en-US" smtClean="0"/>
              <a:t>5/18/2026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95051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E20B57-74C2-7AD8-6E07-D29EE6A60AB9}"/>
              </a:ext>
            </a:extLst>
          </p:cNvPr>
          <p:cNvSpPr>
            <a:spLocks noGrp="1"/>
          </p:cNvSpPr>
          <p:nvPr>
            <p:ph type="title"/>
          </p:nvPr>
        </p:nvSpPr>
        <p:spPr>
          <a:xfrm>
            <a:off x="1200912" y="4597404"/>
            <a:ext cx="9784077" cy="980435"/>
          </a:xfrm>
        </p:spPr>
        <p:txBody>
          <a:bodyPr anchor="b">
            <a:no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3" name="Text Placeholder 12">
            <a:extLst>
              <a:ext uri="{FF2B5EF4-FFF2-40B4-BE49-F238E27FC236}">
                <a16:creationId xmlns:a16="http://schemas.microsoft.com/office/drawing/2014/main" id="{B28025AC-332D-ADB0-3E96-03E4761BBC89}"/>
              </a:ext>
            </a:extLst>
          </p:cNvPr>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dirty="0"/>
              <a:t>Click to edit Master text styles</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667"/>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5/18/2026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F5904286-3DEB-9849-219D-A085C0024794}"/>
              </a:ext>
            </a:extLst>
          </p:cNvPr>
          <p:cNvCxnSpPr>
            <a:cxnSpLocks/>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CF7D0C-5069-E36A-74BE-09B74A8BDF58}"/>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23A121A0-9E65-3E8B-DBB2-52D98873A8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9F357-72AD-336C-0877-A0314E6529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73381C-AC31-FE63-FC5F-EFE48EAFF6B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AEBC41-77CA-7255-DEC2-73C82A6D4E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05536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8D1A68-0FAC-B397-3F43-E7E6DB16F9D9}"/>
              </a:ext>
            </a:extLst>
          </p:cNvPr>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1" name="Text Placeholder 12">
            <a:extLst>
              <a:ext uri="{FF2B5EF4-FFF2-40B4-BE49-F238E27FC236}">
                <a16:creationId xmlns:a16="http://schemas.microsoft.com/office/drawing/2014/main" id="{94891711-2302-9D63-B25E-AF7AF07C3A86}"/>
              </a:ext>
            </a:extLst>
          </p:cNvPr>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0FDDB1F5-9155-4128-9946-6808FE896B8C}" type="datetime1">
              <a:rPr lang="en-US" smtClean="0"/>
              <a:t>5/18/2026</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7141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3D082D-5D35-2F9F-90C3-021CD2158B79}"/>
              </a:ext>
            </a:extLst>
          </p:cNvPr>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5" name="Footer Placeholder 4">
            <a:extLst>
              <a:ext uri="{FF2B5EF4-FFF2-40B4-BE49-F238E27FC236}">
                <a16:creationId xmlns:a16="http://schemas.microsoft.com/office/drawing/2014/main" id="{D68AA1BC-11EF-D28B-C0E1-F2D685AF722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6" name="Text Placeholder 12">
            <a:extLst>
              <a:ext uri="{FF2B5EF4-FFF2-40B4-BE49-F238E27FC236}">
                <a16:creationId xmlns:a16="http://schemas.microsoft.com/office/drawing/2014/main" id="{5B07658D-2C15-0859-FC14-231204836C51}"/>
              </a:ext>
            </a:extLst>
          </p:cNvPr>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565B300-A92A-F114-82AF-D815794F430F}"/>
              </a:ext>
            </a:extLst>
          </p:cNvPr>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3697B55B-A218-74B5-0BEE-22235E9B8B72}"/>
              </a:ext>
            </a:extLst>
          </p:cNvPr>
          <p:cNvSpPr>
            <a:spLocks noGrp="1"/>
          </p:cNvSpPr>
          <p:nvPr>
            <p:ph type="dt" sz="half" idx="14"/>
          </p:nvPr>
        </p:nvSpPr>
        <p:spPr/>
        <p:txBody>
          <a:bodyPr/>
          <a:lstStyle>
            <a:lvl1pPr>
              <a:defRPr>
                <a:solidFill>
                  <a:schemeClr val="tx1"/>
                </a:solidFill>
              </a:defRPr>
            </a:lvl1pPr>
          </a:lstStyle>
          <a:p>
            <a:fld id="{76332D4F-69DA-447D-8D71-58933F8FE745}" type="datetime1">
              <a:rPr lang="en-US" smtClean="0"/>
              <a:t>5/18/2026</a:t>
            </a:fld>
            <a:endParaRPr lang="en-US" dirty="0"/>
          </a:p>
        </p:txBody>
      </p:sp>
      <p:sp>
        <p:nvSpPr>
          <p:cNvPr id="6" name="Slide Number Placeholder 5">
            <a:extLst>
              <a:ext uri="{FF2B5EF4-FFF2-40B4-BE49-F238E27FC236}">
                <a16:creationId xmlns:a16="http://schemas.microsoft.com/office/drawing/2014/main" id="{90210BF7-333F-24FE-D2DF-7331FF965889}"/>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BCC99E2D-452C-18BB-7BBF-6B7623C54B61}"/>
              </a:ext>
            </a:extLst>
          </p:cNvPr>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EF9994A-73A8-CE11-7B98-7EA7C4CD1EA5}"/>
              </a:ext>
            </a:extLst>
          </p:cNvPr>
          <p:cNvGrpSpPr/>
          <p:nvPr userDrawn="1"/>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C7A9A682-C17C-6F60-46E3-F77E33DAF30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C5B78E-1DDD-2C3B-5815-0AA0E821DF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1B8608-E98C-230E-455F-2EB092A04E7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D2C4CF-5F74-8957-6184-413A56C8ED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36882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DB7B0F2-3D52-79E2-8444-B82E34B568BA}"/>
              </a:ext>
            </a:extLst>
          </p:cNvPr>
          <p:cNvSpPr>
            <a:spLocks noGrp="1"/>
          </p:cNvSpPr>
          <p:nvPr>
            <p:ph type="title"/>
          </p:nvPr>
        </p:nvSpPr>
        <p:spPr>
          <a:xfrm>
            <a:off x="6400800" y="786384"/>
            <a:ext cx="4668637" cy="3460492"/>
          </a:xfrm>
        </p:spPr>
        <p:txBody>
          <a:bodyPr>
            <a:norm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6" name="Text Placeholder 12">
            <a:extLst>
              <a:ext uri="{FF2B5EF4-FFF2-40B4-BE49-F238E27FC236}">
                <a16:creationId xmlns:a16="http://schemas.microsoft.com/office/drawing/2014/main" id="{944F125D-7632-1E4B-E35B-4A1B552FC872}"/>
              </a:ext>
            </a:extLst>
          </p:cNvPr>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dirty="0"/>
              <a:t>Click to edit Master text styles</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2F8211FF-1EED-4E40-908A-D3076C331B06}" type="datetime1">
              <a:rPr lang="en-US" smtClean="0"/>
              <a:t>5/18/2026</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03573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5/18/2026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315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E9313-4D10-F4B7-8D91-79EDA5D77209}"/>
              </a:ext>
            </a:extLst>
          </p:cNvPr>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10" name="Text Placeholder 12">
            <a:extLst>
              <a:ext uri="{FF2B5EF4-FFF2-40B4-BE49-F238E27FC236}">
                <a16:creationId xmlns:a16="http://schemas.microsoft.com/office/drawing/2014/main" id="{9CF64426-6D11-A40D-4E5E-20B779D81EA7}"/>
              </a:ext>
            </a:extLst>
          </p:cNvPr>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3632C9C-9A8F-446B-8187-09132D1A46A0}" type="datetime1">
              <a:rPr lang="en-US" smtClean="0"/>
              <a:t>5/18/2026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54162085-B82B-D70C-0D7A-22C4D7233FBB}"/>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9B9AC621-2F3F-131D-52E8-A4984237541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C01039-2702-D6CF-0CAF-7BDB73F165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6C98EB-F220-E16C-9F07-94D78E1A08D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953B0C-5FF3-5CCF-848F-BB45DDA545A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03002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8C6F82F-1CA0-4CF2-91A1-388896177AD5}" type="datetime1">
              <a:rPr lang="en-US" smtClean="0"/>
              <a:t>5/18/2026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E52FAD7B-9B0A-857E-5CD0-3E3F44C18648}"/>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C00D7A0C-A4FC-D6C3-FB54-CEA8FB8E533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A9338F-57CD-1C5E-080E-1648C5C9F9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DEB5BD-7064-53F1-55A5-85BC50666D0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43BB38-B6FB-D943-9359-FE7ED3ABB29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26620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9" name="Group 8">
            <a:extLst>
              <a:ext uri="{FF2B5EF4-FFF2-40B4-BE49-F238E27FC236}">
                <a16:creationId xmlns:a16="http://schemas.microsoft.com/office/drawing/2014/main" id="{8539BFE6-4C9C-5B1E-ED2D-D672723D9480}"/>
              </a:ext>
            </a:extLst>
          </p:cNvPr>
          <p:cNvGrpSpPr/>
          <p:nvPr userDrawn="1"/>
        </p:nvGrpSpPr>
        <p:grpSpPr>
          <a:xfrm>
            <a:off x="795290" y="400467"/>
            <a:ext cx="10603299" cy="6052793"/>
            <a:chOff x="795290" y="400467"/>
            <a:chExt cx="10603299" cy="6052793"/>
          </a:xfrm>
        </p:grpSpPr>
        <p:cxnSp>
          <p:nvCxnSpPr>
            <p:cNvPr id="10" name="Straight Connector 9">
              <a:extLst>
                <a:ext uri="{FF2B5EF4-FFF2-40B4-BE49-F238E27FC236}">
                  <a16:creationId xmlns:a16="http://schemas.microsoft.com/office/drawing/2014/main" id="{8E4F5756-0D00-A0C9-4813-70C9B7C191EE}"/>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2B78D9-04A0-2DE2-227F-950F1640461C}"/>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1CFAC1-EF4C-3A94-56C0-11F4FA3BBF8D}"/>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8629CBD-3927-3D28-1F30-9F6EA7453827}"/>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88387A3-E4C6-1FA3-B53D-8321DABF7F57}"/>
              </a:ext>
            </a:extLst>
          </p:cNvPr>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CD347A20-E5CE-D48A-532A-43A9AE6D845E}"/>
              </a:ext>
            </a:extLst>
          </p:cNvPr>
          <p:cNvGrpSpPr/>
          <p:nvPr userDrawn="1"/>
        </p:nvGrpSpPr>
        <p:grpSpPr>
          <a:xfrm>
            <a:off x="803185" y="0"/>
            <a:ext cx="10585629" cy="6858000"/>
            <a:chOff x="803185" y="0"/>
            <a:chExt cx="10585629" cy="6858000"/>
          </a:xfrm>
        </p:grpSpPr>
        <p:cxnSp>
          <p:nvCxnSpPr>
            <p:cNvPr id="17" name="Straight Connector 16">
              <a:extLst>
                <a:ext uri="{FF2B5EF4-FFF2-40B4-BE49-F238E27FC236}">
                  <a16:creationId xmlns:a16="http://schemas.microsoft.com/office/drawing/2014/main" id="{010530ED-939C-9AE3-E2AA-C67A3BAE230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E0B585-5421-AB6C-F2B4-387F4FCC3B8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59087-71C3-F7D4-40F9-C5030341EBF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1F614F-4E8C-C510-F9CA-18D5C8F8000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8820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DEF69A2-4F59-479F-BEF2-69F2219A16C9}" type="datetime1">
              <a:rPr lang="en-US" smtClean="0"/>
              <a:t>5/18/2026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48F319F3-7ADB-A297-31E7-B4ECAED75F6F}"/>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9342D09D-B576-2CDA-0E02-F693119B459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FE4725A-AB5F-A233-599A-4D9D5792EF7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E93BF32-D165-B68D-46A9-E4857CC06E9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FA350C-9C20-0040-6C52-924473C264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3087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B06AB12F-C5D8-43C4-BBB0-DAFB57DF07E7}" type="datetime1">
              <a:rPr lang="en-US" smtClean="0"/>
              <a:t>5/18/2026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364D07C-30EB-180E-ECA5-7D994FB6B458}"/>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1ADA6AEC-ECB3-F1C7-E764-B8ADFE06411F}"/>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0DB266-E37E-7698-DB7E-6D9E94BDFA72}"/>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219D4A54-15D9-3C99-7553-173F66B741B0}"/>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644712B6-CD65-6015-EC36-F8A05F355A6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82FE47-168D-894B-9992-69DDA276429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B7F1E8-9C58-EB4B-7C58-F14781D8EA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0AA4AF-279E-969C-C602-1D4B7466E4B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5632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CFCAE280-1FAF-431A-AFCC-652D1D768935}" type="datetime1">
              <a:rPr lang="en-US" smtClean="0"/>
              <a:t>5/18/2026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9" name="Group 8">
            <a:extLst>
              <a:ext uri="{FF2B5EF4-FFF2-40B4-BE49-F238E27FC236}">
                <a16:creationId xmlns:a16="http://schemas.microsoft.com/office/drawing/2014/main" id="{9B2419B5-61E2-FD73-4DC0-6BD4FEA22BC7}"/>
              </a:ext>
            </a:extLst>
          </p:cNvPr>
          <p:cNvGrpSpPr/>
          <p:nvPr/>
        </p:nvGrpSpPr>
        <p:grpSpPr>
          <a:xfrm>
            <a:off x="3357372" y="400050"/>
            <a:ext cx="5477256" cy="6053507"/>
            <a:chOff x="3357372" y="400050"/>
            <a:chExt cx="5477256" cy="6053507"/>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90D9250-FE41-6A62-63E0-45557F7A8217}"/>
                </a:ext>
              </a:extLst>
            </p:cNvPr>
            <p:cNvCxnSpPr>
              <a:cxnSpLocks/>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B5D07D-F48B-B558-CC22-73A8D1D25CEC}"/>
                </a:ext>
              </a:extLst>
            </p:cNvPr>
            <p:cNvCxnSpPr>
              <a:cxnSpLocks/>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A553EE4-7656-051D-B9EA-5CE4DF67F1BC}"/>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B995F0C-E3CB-71F5-AA4A-3E0C2250F6D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E96190-C8C5-5A5E-583F-A1FA14CA530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33EFCA-48D0-CA03-8F58-5201249ED94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8BC0BD-74F3-CF74-E3F6-B1AB0632536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12738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332B1AC0-F140-4CFD-8DB3-1250D01F4A17}" type="datetime1">
              <a:rPr lang="en-US" smtClean="0"/>
              <a:t>5/18/2026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5B1BE2BD-7F8B-7C22-CFB1-672436A435C5}"/>
              </a:ext>
            </a:extLst>
          </p:cNvPr>
          <p:cNvCxnSpPr>
            <a:cxnSpLocks/>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3605ED7-A153-EC6F-5FAD-36B4B4358E06}"/>
              </a:ext>
            </a:extLst>
          </p:cNvPr>
          <p:cNvCxnSpPr>
            <a:cxnSpLocks/>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C8215DB-D097-7C38-9C71-D1CFEFEF6A85}"/>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0A25622-E70C-87A2-8948-57015501A77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C90E86-9351-B357-1E5C-6FFBE66DCF8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02D9F6-1ABE-59A5-65EE-083DC0F5BBAD}"/>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5F9938-96CE-D789-BC11-3480B8489FD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9178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BD9D700C-85B2-47B3-997E-E13950E22DFB}" type="datetime1">
              <a:rPr lang="en-US" smtClean="0"/>
              <a:t>5/18/2026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97BF5B-32BC-BBD0-CF2F-278F9759F7B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1B8C6683-0AEB-503B-BAF1-51DAAF22F62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043B3-B90B-491D-9203-45C5F867EC8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E574BD-DC36-6D57-B675-4DC205A2F99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0042C9-94A3-B61B-E948-DEAD329E857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2D93BD77-3686-B555-2FC0-ACF67E598393}"/>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06549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89E984F9-2199-EBFA-F2CC-8763C190A20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6" name="Picture Placeholder 10">
            <a:extLst>
              <a:ext uri="{FF2B5EF4-FFF2-40B4-BE49-F238E27FC236}">
                <a16:creationId xmlns:a16="http://schemas.microsoft.com/office/drawing/2014/main" id="{3699909B-C939-96B1-BC6D-ADAB553102ED}"/>
              </a:ext>
            </a:extLst>
          </p:cNvPr>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 b="2"/>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7D52F3B9-F3FC-C6BA-2D5C-232401B1DDB5}"/>
              </a:ext>
            </a:extLst>
          </p:cNvPr>
          <p:cNvSpPr>
            <a:spLocks noGrp="1"/>
          </p:cNvSpPr>
          <p:nvPr>
            <p:ph type="dt" sz="half" idx="15"/>
          </p:nvPr>
        </p:nvSpPr>
        <p:spPr/>
        <p:txBody>
          <a:bodyPr/>
          <a:lstStyle>
            <a:lvl1pPr>
              <a:defRPr>
                <a:solidFill>
                  <a:schemeClr val="tx1"/>
                </a:solidFill>
              </a:defRPr>
            </a:lvl1pPr>
          </a:lstStyle>
          <a:p>
            <a:fld id="{4480006D-ECDF-498D-B49A-7AD8A8EE5B1D}" type="datetime1">
              <a:rPr lang="en-US" smtClean="0"/>
              <a:t>5/18/2026</a:t>
            </a:fld>
            <a:endParaRPr lang="en-US" dirty="0"/>
          </a:p>
        </p:txBody>
      </p:sp>
      <p:sp>
        <p:nvSpPr>
          <p:cNvPr id="11" name="Slide Number Placeholder 10">
            <a:extLst>
              <a:ext uri="{FF2B5EF4-FFF2-40B4-BE49-F238E27FC236}">
                <a16:creationId xmlns:a16="http://schemas.microsoft.com/office/drawing/2014/main" id="{FAA914D9-9468-7038-39C3-3B639A66D86E}"/>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4" name="Group 13">
            <a:extLst>
              <a:ext uri="{FF2B5EF4-FFF2-40B4-BE49-F238E27FC236}">
                <a16:creationId xmlns:a16="http://schemas.microsoft.com/office/drawing/2014/main" id="{B20CE65A-BB1E-AC85-3441-39F20A18F2A5}"/>
              </a:ext>
            </a:extLst>
          </p:cNvPr>
          <p:cNvGrpSpPr/>
          <p:nvPr/>
        </p:nvGrpSpPr>
        <p:grpSpPr>
          <a:xfrm>
            <a:off x="6093848" y="402336"/>
            <a:ext cx="5297241" cy="6053328"/>
            <a:chOff x="6093848" y="402336"/>
            <a:chExt cx="5297241" cy="6053328"/>
          </a:xfrm>
        </p:grpSpPr>
        <p:cxnSp>
          <p:nvCxnSpPr>
            <p:cNvPr id="8" name="Straight Connector 7">
              <a:extLst>
                <a:ext uri="{FF2B5EF4-FFF2-40B4-BE49-F238E27FC236}">
                  <a16:creationId xmlns:a16="http://schemas.microsoft.com/office/drawing/2014/main" id="{0B186CB7-6AEB-B743-4514-FD48EC8624B1}"/>
                </a:ext>
              </a:extLst>
            </p:cNvPr>
            <p:cNvCxnSpPr>
              <a:cxnSpLocks/>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6BA0EC0-9334-E3BD-A943-2A6CE641D18A}"/>
                </a:ext>
              </a:extLst>
            </p:cNvPr>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E199F47-2C0A-4C3F-B557-642A89A02175}"/>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487DDCC1-3A31-C96B-B944-3D034E35CE5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21C807-39D4-D4AA-9527-8658CEF781D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E28386-8201-E969-93C4-035054A6593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5476B2-B1B9-0305-3417-F5958B27BB8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337864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Content Placeholder 9">
            <a:extLst>
              <a:ext uri="{FF2B5EF4-FFF2-40B4-BE49-F238E27FC236}">
                <a16:creationId xmlns:a16="http://schemas.microsoft.com/office/drawing/2014/main" id="{E79C5E13-DAC4-195E-1928-8B3D9E93B84D}"/>
              </a:ext>
            </a:extLst>
          </p:cNvPr>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460E92D-E4AA-41FD-9964-35C75C9EC117}" type="datetime1">
              <a:rPr lang="en-US" smtClean="0"/>
              <a:t>5/18/2026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5D4AF90E-26F2-BCC1-1730-ECA670AFE5A9}"/>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387397F7-ED9A-8F00-3F67-261E1D3015B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A2613-2C66-F678-F8F9-98BC7AA76A7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C37B4F-9C8D-F842-D910-EFB122B37B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ABB5DB-6C07-7796-F8FD-C5EF39B54DC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1FF3CE0-FE95-A5D4-5EF7-60EA03431A10}"/>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57116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06A85BB-A416-4D3A-9A4F-C028C19B4D1D}" type="datetime1">
              <a:rPr lang="en-US" smtClean="0"/>
              <a:t>5/18/2026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1" name="Straight Connector 10">
            <a:extLst>
              <a:ext uri="{FF2B5EF4-FFF2-40B4-BE49-F238E27FC236}">
                <a16:creationId xmlns:a16="http://schemas.microsoft.com/office/drawing/2014/main" id="{382062BE-564D-E723-4D32-E97A7D6D9BFF}"/>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724391A-72C8-59EB-093A-7DB51C79B077}"/>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8EFAD0B9-5EED-C0C3-D1D9-648F10ED7BE6}"/>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B9583C-8B41-3D50-9FDD-E26958D31AF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EAC0D2-6922-25FF-877D-8CDA3D65C5E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8399D9-F337-D887-E4B6-C348B7A962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23146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9" name="Content Placeholder 8">
            <a:extLst>
              <a:ext uri="{FF2B5EF4-FFF2-40B4-BE49-F238E27FC236}">
                <a16:creationId xmlns:a16="http://schemas.microsoft.com/office/drawing/2014/main" id="{14BC836E-EE23-E8E8-F704-10EB1EBA0744}"/>
              </a:ext>
            </a:extLst>
          </p:cNvPr>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84575EC-B9BE-45B3-8586-C8BE8EAAAFBE}" type="datetime1">
              <a:rPr lang="en-US" smtClean="0"/>
              <a:t>5/18/2026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8535B3E4-3247-E935-5816-43C07DF6498F}"/>
              </a:ext>
            </a:extLst>
          </p:cNvPr>
          <p:cNvCxnSpPr>
            <a:cxnSpLocks/>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80567FB-D8E5-4494-8865-28151857CC4C}"/>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312D679A-B370-3459-D826-984A8FAAB54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A0B87DB-56D9-FC57-14D7-948086B86C1B}"/>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10EE14-987F-5583-91B2-3C68EE913C1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296E2B-A6A5-A82B-D158-69450A5EA39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9071652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BE259E-88AB-BB2B-BAA5-9AF1880F5457}"/>
              </a:ext>
            </a:extLst>
          </p:cNvPr>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06CAD2-7B03-4F77-BEED-A9CE4E90E52C}" type="datetime1">
              <a:rPr lang="en-US" smtClean="0"/>
              <a:t>5/18/2026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70FE2746-CBB4-791D-92ED-7D4BA96D0C98}"/>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872F8CD-9781-5B69-6A2F-ACD2927779D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209B7C8-C55B-17E4-6C60-9C15BB7A632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0942E2-D6E0-4A3B-CF5E-C7A8F0B917C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5B6906-9443-FEB0-23E3-78142F3660A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163494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3C509E-C7AC-2821-160D-02A10B5843BE}"/>
              </a:ext>
            </a:extLst>
          </p:cNvPr>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Content Placeholder 10">
            <a:extLst>
              <a:ext uri="{FF2B5EF4-FFF2-40B4-BE49-F238E27FC236}">
                <a16:creationId xmlns:a16="http://schemas.microsoft.com/office/drawing/2014/main" id="{B53C0EFA-B5AE-CA80-DC77-DA3E8AC5A304}"/>
              </a:ext>
            </a:extLst>
          </p:cNvPr>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E993171-6682-4BC9-9945-966126AB4B59}" type="datetime1">
              <a:rPr lang="en-US" smtClean="0"/>
              <a:t>5/18/2026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2D0433CD-47AD-50BF-BD73-0A8881E7799F}"/>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F453102-CF88-5F5D-F01F-D55DFF9F821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331B85-F551-1D98-E249-E17615E9AA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1728A5-B526-3330-7A6A-8E6E4F5AB12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48EDDF-9CB1-4C44-B1E2-CC97C6F10B36}"/>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80492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4AAA9ECC-469F-4B8E-BD34-07C4E8D3E99E}" type="datetime1">
              <a:rPr lang="en-US" smtClean="0"/>
              <a:t>5/18/2026</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F5C2EA-B780-9C9C-77C2-9C6E76A40453}"/>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D856C059-7605-4C77-F758-743839E0750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D5A105-823E-7F57-9BD9-B921E9D0B77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2C3FE9-B32A-64E0-FF0E-729AFCAC0FF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F84BA-E3BA-190A-D926-B57563866DF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709368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9DBD8752-7BE3-4D87-B742-4591FA880F2B}" type="datetime1">
              <a:rPr lang="en-US" smtClean="0"/>
              <a:t>5/18/2026</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B306094-CD46-FD37-15EF-7C5ED43D2E04}"/>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1313FC44-1419-B29C-2719-5D21B5FAB87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635384-8C2F-F008-F19F-E7277C4CD82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94D592-13C7-2B81-775C-17CEE45C682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AC0629-36FF-17F3-D1B6-1FFADC425E4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469356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ECE330D-E58C-4D6F-87CB-0ADC053EF516}" type="datetime1">
              <a:rPr lang="en-US" smtClean="0"/>
              <a:t>5/18/2026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8433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0255FBD2-735E-C257-607E-CB2F585DBBEE}"/>
              </a:ext>
            </a:extLst>
          </p:cNvPr>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0CBDE9E-F3D4-4B19-8A53-22190533DBA9}" type="datetime1">
              <a:rPr lang="en-US" smtClean="0"/>
              <a:t>5/18/2026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278898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354FEC1-7004-7D66-39C0-5B3A0B2E4669}"/>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9" t="38" r="-12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BFF019D-CA37-05FF-D534-08FDF17D319F}"/>
              </a:ext>
            </a:extLst>
          </p:cNvPr>
          <p:cNvSpPr>
            <a:spLocks noGrp="1"/>
          </p:cNvSpPr>
          <p:nvPr>
            <p:ph type="dt" sz="half" idx="15"/>
          </p:nvPr>
        </p:nvSpPr>
        <p:spPr/>
        <p:txBody>
          <a:bodyPr/>
          <a:lstStyle>
            <a:lvl1pPr>
              <a:defRPr>
                <a:solidFill>
                  <a:schemeClr val="tx1"/>
                </a:solidFill>
              </a:defRPr>
            </a:lvl1pPr>
          </a:lstStyle>
          <a:p>
            <a:fld id="{676E3DFD-9373-4D4B-850F-63D341DA0F43}" type="datetime1">
              <a:rPr lang="en-US" smtClean="0"/>
              <a:t>5/18/2026</a:t>
            </a:fld>
            <a:endParaRPr lang="en-US" dirty="0"/>
          </a:p>
        </p:txBody>
      </p:sp>
      <p:sp>
        <p:nvSpPr>
          <p:cNvPr id="6" name="Slide Number Placeholder 5">
            <a:extLst>
              <a:ext uri="{FF2B5EF4-FFF2-40B4-BE49-F238E27FC236}">
                <a16:creationId xmlns:a16="http://schemas.microsoft.com/office/drawing/2014/main" id="{33C82A8A-3017-C293-CAA4-79DAC74143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49BCF003-D6AC-D9E0-C254-602FAE60278B}"/>
              </a:ext>
            </a:extLst>
          </p:cNvPr>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80CB927-6193-3B14-8326-BBA8970C4F38}"/>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0BDFF263-1BF6-293B-B046-2941778BCA5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A48FB5-B732-D35D-2F75-840EFFCA6EF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4D5118-DFE8-485E-6BE3-B042C0129B0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779D56-9125-9DD5-D919-9FBC4DE4C9C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888302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72F358B6-BD90-E536-E301-EAF518F93DD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1" t="1" r="-2"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4F65757A-4818-B0C9-F86A-A70480EA9B0B}"/>
              </a:ext>
            </a:extLst>
          </p:cNvPr>
          <p:cNvSpPr>
            <a:spLocks noGrp="1"/>
          </p:cNvSpPr>
          <p:nvPr>
            <p:ph type="dt" sz="half" idx="15"/>
          </p:nvPr>
        </p:nvSpPr>
        <p:spPr/>
        <p:txBody>
          <a:bodyPr/>
          <a:lstStyle>
            <a:lvl1pPr>
              <a:defRPr>
                <a:solidFill>
                  <a:schemeClr val="tx1"/>
                </a:solidFill>
              </a:defRPr>
            </a:lvl1pPr>
          </a:lstStyle>
          <a:p>
            <a:fld id="{90372CCE-8ACD-4161-8346-DACD1EF5A0E1}" type="datetime1">
              <a:rPr lang="en-US" smtClean="0"/>
              <a:t>5/18/2026</a:t>
            </a:fld>
            <a:endParaRPr lang="en-US" dirty="0"/>
          </a:p>
        </p:txBody>
      </p:sp>
      <p:sp>
        <p:nvSpPr>
          <p:cNvPr id="9" name="Slide Number Placeholder 8">
            <a:extLst>
              <a:ext uri="{FF2B5EF4-FFF2-40B4-BE49-F238E27FC236}">
                <a16:creationId xmlns:a16="http://schemas.microsoft.com/office/drawing/2014/main" id="{BF0B5840-4614-F082-0EE8-166E877279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53BE0255-54E9-B23E-623C-F5C3D5397CDC}"/>
              </a:ext>
            </a:extLst>
          </p:cNvPr>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048E29-F249-FCD5-75C6-EF3AD5392084}"/>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B581520-7C65-58B5-6A72-4A87A2886B4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D33EF2-FCD9-64BB-D5BD-71A6C1A0BCA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4CC74B-22E1-1F2A-8B43-52BB3A2671A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33C6DA-321C-7253-1FDF-F238DBFA8DA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216774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39D9456A-3FB8-5960-7F55-D6B686CFFC7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49" r="-1547"/>
            </a:stretch>
          </a:blipFill>
        </p:spPr>
        <p:txBody>
          <a:bodyPr/>
          <a:lstStyle>
            <a:lvl1pPr marL="0" indent="0">
              <a:buNone/>
              <a:defRPr/>
            </a:lvl1pPr>
          </a:lstStyle>
          <a:p>
            <a:r>
              <a:rPr lang="en-US" dirty="0"/>
              <a:t> </a:t>
            </a:r>
          </a:p>
        </p:txBody>
      </p:sp>
      <p:sp>
        <p:nvSpPr>
          <p:cNvPr id="9" name="Date Placeholder 8">
            <a:extLst>
              <a:ext uri="{FF2B5EF4-FFF2-40B4-BE49-F238E27FC236}">
                <a16:creationId xmlns:a16="http://schemas.microsoft.com/office/drawing/2014/main" id="{C242EA1D-81E7-620D-1BD8-6D18329BD220}"/>
              </a:ext>
            </a:extLst>
          </p:cNvPr>
          <p:cNvSpPr>
            <a:spLocks noGrp="1"/>
          </p:cNvSpPr>
          <p:nvPr>
            <p:ph type="dt" sz="half" idx="15"/>
          </p:nvPr>
        </p:nvSpPr>
        <p:spPr/>
        <p:txBody>
          <a:bodyPr/>
          <a:lstStyle>
            <a:lvl1pPr>
              <a:defRPr>
                <a:solidFill>
                  <a:schemeClr val="tx1"/>
                </a:solidFill>
              </a:defRPr>
            </a:lvl1pPr>
          </a:lstStyle>
          <a:p>
            <a:fld id="{D02DC4B6-A5C7-4299-BE6B-389F940BF10A}" type="datetime1">
              <a:rPr lang="en-US" smtClean="0"/>
              <a:t>5/18/2026</a:t>
            </a:fld>
            <a:endParaRPr lang="en-US" dirty="0"/>
          </a:p>
        </p:txBody>
      </p:sp>
      <p:sp>
        <p:nvSpPr>
          <p:cNvPr id="12" name="Slide Number Placeholder 11">
            <a:extLst>
              <a:ext uri="{FF2B5EF4-FFF2-40B4-BE49-F238E27FC236}">
                <a16:creationId xmlns:a16="http://schemas.microsoft.com/office/drawing/2014/main" id="{C81505A7-ADCB-6529-BE02-48BD8F2CFD0A}"/>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40A70D03-884A-50D9-2A83-C93ADDD49A38}"/>
              </a:ext>
            </a:extLst>
          </p:cNvPr>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9C2927C-12EE-49B3-DF99-04A869F1E12B}"/>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D0EFC1CE-B3AD-ED82-4797-595D2898220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42A2DBA-4EA6-1D56-360C-A2123A287B6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81C874-21DE-792C-9FEE-BF48EECBBC6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6A35DD-6C6E-B96F-0038-DD2CD277792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573298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6626D65-1470-5355-C0AB-4C755AE36464}"/>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5" name="Picture Placeholder 10">
            <a:extLst>
              <a:ext uri="{FF2B5EF4-FFF2-40B4-BE49-F238E27FC236}">
                <a16:creationId xmlns:a16="http://schemas.microsoft.com/office/drawing/2014/main" id="{26947C16-472E-02E4-EE92-74FC49AB3821}"/>
              </a:ext>
            </a:extLst>
          </p:cNvPr>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23" t="151" r="-225" b="-15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A103F24-F909-9BD0-1CE0-3AFA9296B696}"/>
              </a:ext>
            </a:extLst>
          </p:cNvPr>
          <p:cNvSpPr>
            <a:spLocks noGrp="1"/>
          </p:cNvSpPr>
          <p:nvPr>
            <p:ph type="dt" sz="half" idx="15"/>
          </p:nvPr>
        </p:nvSpPr>
        <p:spPr/>
        <p:txBody>
          <a:bodyPr/>
          <a:lstStyle>
            <a:lvl1pPr>
              <a:defRPr>
                <a:solidFill>
                  <a:schemeClr val="tx1"/>
                </a:solidFill>
              </a:defRPr>
            </a:lvl1pPr>
          </a:lstStyle>
          <a:p>
            <a:fld id="{079A547C-B58D-4D18-BEA3-0C0DB6BD3221}" type="datetime1">
              <a:rPr lang="en-US" smtClean="0"/>
              <a:t>5/18/2026</a:t>
            </a:fld>
            <a:endParaRPr lang="en-US" dirty="0"/>
          </a:p>
        </p:txBody>
      </p:sp>
      <p:sp>
        <p:nvSpPr>
          <p:cNvPr id="9" name="Slide Number Placeholder 8">
            <a:extLst>
              <a:ext uri="{FF2B5EF4-FFF2-40B4-BE49-F238E27FC236}">
                <a16:creationId xmlns:a16="http://schemas.microsoft.com/office/drawing/2014/main" id="{BD147767-378C-917C-1CEA-C28D4F2BD42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4" name="Straight Connector 13">
            <a:extLst>
              <a:ext uri="{FF2B5EF4-FFF2-40B4-BE49-F238E27FC236}">
                <a16:creationId xmlns:a16="http://schemas.microsoft.com/office/drawing/2014/main" id="{FFB8D92F-DD5D-21B4-7D10-80457CCEDEC0}"/>
              </a:ext>
            </a:extLst>
          </p:cNvPr>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3C3FE30-EF8F-C27D-E8AB-BB565902B9FB}"/>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DB333B6-9BB2-24CF-B636-1E04F141121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F5CADF-5A1B-0BEC-D60A-C6D3AF70F2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5755C8-3D3B-E5E6-1F70-528A7BCA65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6F374D-A3D9-FD1D-A133-794607CFD7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06481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4" name="Picture Placeholder 10">
            <a:extLst>
              <a:ext uri="{FF2B5EF4-FFF2-40B4-BE49-F238E27FC236}">
                <a16:creationId xmlns:a16="http://schemas.microsoft.com/office/drawing/2014/main" id="{C31E5265-51B9-0DA3-10B4-945EE4951744}"/>
              </a:ext>
            </a:extLst>
          </p:cNvPr>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442"/>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168D35D-CEAF-4137-A955-9C5E00AC9944}" type="datetime1">
              <a:rPr lang="en-US" smtClean="0"/>
              <a:t>5/18/2026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E87DF89E-6618-A2A2-BC84-986CED89FCC1}"/>
              </a:ext>
            </a:extLst>
          </p:cNvPr>
          <p:cNvCxnSpPr>
            <a:cxnSpLocks/>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A396D86-8A66-3FA9-3546-3A1F85779074}"/>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7D844445-C27C-0A5B-2D4A-490DC1664AD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629BDA0-67DC-312E-1148-3B3D607358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6FA474-6534-5F04-1B35-0A8CB67144C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F2445-DE75-8F1D-AF29-50897C3A8D1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473170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4C41AE8B-FC59-39B1-281C-D38D03D05BC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628"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FAAB489A-1FCE-1E30-E1BC-2F89D0AEA64A}"/>
              </a:ext>
            </a:extLst>
          </p:cNvPr>
          <p:cNvSpPr>
            <a:spLocks noGrp="1"/>
          </p:cNvSpPr>
          <p:nvPr>
            <p:ph type="dt" sz="half" idx="15"/>
          </p:nvPr>
        </p:nvSpPr>
        <p:spPr/>
        <p:txBody>
          <a:bodyPr/>
          <a:lstStyle>
            <a:lvl1pPr>
              <a:defRPr>
                <a:solidFill>
                  <a:schemeClr val="tx1"/>
                </a:solidFill>
              </a:defRPr>
            </a:lvl1pPr>
          </a:lstStyle>
          <a:p>
            <a:fld id="{AF91EA9C-EC16-43EE-A29B-062A230E37BE}" type="datetime1">
              <a:rPr lang="en-US" smtClean="0"/>
              <a:t>5/18/2026</a:t>
            </a:fld>
            <a:endParaRPr lang="en-US" dirty="0"/>
          </a:p>
        </p:txBody>
      </p:sp>
      <p:sp>
        <p:nvSpPr>
          <p:cNvPr id="10" name="Slide Number Placeholder 9">
            <a:extLst>
              <a:ext uri="{FF2B5EF4-FFF2-40B4-BE49-F238E27FC236}">
                <a16:creationId xmlns:a16="http://schemas.microsoft.com/office/drawing/2014/main" id="{8E037D5D-163A-01CE-9AE6-33821E23DCC5}"/>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400730B6-4EF5-7F9C-E6DB-635C947CFEE3}"/>
              </a:ext>
            </a:extLst>
          </p:cNvPr>
          <p:cNvCxnSpPr>
            <a:cxnSpLocks/>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91AE5A9-CF62-A508-3C2C-E3BE594AC2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CCEFB20-F364-CF05-360F-6CC5D88ACC5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BD6A10-DA26-A78C-A5C9-6E848476002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79492A-67D3-53D1-F50F-DBC8A33D24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72D47D6-60C0-53E4-BD56-F71C892CDD5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5723160"/>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AD0F53A5-B7B2-D195-CE9A-F93E7073A7F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 r="-52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60DA056-F89A-AE3C-C34A-38BEC586914B}"/>
              </a:ext>
            </a:extLst>
          </p:cNvPr>
          <p:cNvSpPr>
            <a:spLocks noGrp="1"/>
          </p:cNvSpPr>
          <p:nvPr>
            <p:ph type="dt" sz="half" idx="15"/>
          </p:nvPr>
        </p:nvSpPr>
        <p:spPr/>
        <p:txBody>
          <a:bodyPr/>
          <a:lstStyle>
            <a:lvl1pPr>
              <a:defRPr>
                <a:solidFill>
                  <a:schemeClr val="tx1"/>
                </a:solidFill>
              </a:defRPr>
            </a:lvl1pPr>
          </a:lstStyle>
          <a:p>
            <a:fld id="{5E86C7AF-36E7-4A52-B4F7-734BAFD8A4CC}" type="datetime1">
              <a:rPr lang="en-US" smtClean="0"/>
              <a:t>5/18/2026</a:t>
            </a:fld>
            <a:endParaRPr lang="en-US" dirty="0"/>
          </a:p>
        </p:txBody>
      </p:sp>
      <p:sp>
        <p:nvSpPr>
          <p:cNvPr id="10" name="Slide Number Placeholder 9">
            <a:extLst>
              <a:ext uri="{FF2B5EF4-FFF2-40B4-BE49-F238E27FC236}">
                <a16:creationId xmlns:a16="http://schemas.microsoft.com/office/drawing/2014/main" id="{BCEB9FDE-D96C-0906-A793-822DD355B400}"/>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60DB4CF5-18AD-6BFC-8AA3-4292C4318D77}"/>
              </a:ext>
            </a:extLst>
          </p:cNvPr>
          <p:cNvCxnSpPr>
            <a:cxnSpLocks/>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AFAE229-30B5-59F6-95B3-5A0028AA9F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F9983B3-9D4B-C7C3-42B6-FC4112EDA17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FE12F5-E33A-8435-EC5D-4056ACEF77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0088E3-D111-48BB-2932-C12F38A348E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19E4F3-5171-B07A-3705-6FF5F7EC506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78963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0169C89B-17A4-F382-1720-170DCCD7B6E7}"/>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226A60F8-6BFE-EE58-8E8B-8E42FCDABF08}"/>
              </a:ext>
            </a:extLst>
          </p:cNvPr>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98"/>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6658DE0-8FDC-961F-A73B-ED321A160D7A}"/>
              </a:ext>
            </a:extLst>
          </p:cNvPr>
          <p:cNvSpPr>
            <a:spLocks noGrp="1"/>
          </p:cNvSpPr>
          <p:nvPr>
            <p:ph type="dt" sz="half" idx="15"/>
          </p:nvPr>
        </p:nvSpPr>
        <p:spPr/>
        <p:txBody>
          <a:bodyPr/>
          <a:lstStyle>
            <a:lvl1pPr>
              <a:defRPr>
                <a:solidFill>
                  <a:schemeClr val="tx1"/>
                </a:solidFill>
              </a:defRPr>
            </a:lvl1pPr>
          </a:lstStyle>
          <a:p>
            <a:fld id="{A59F9EED-93FB-47F3-9562-1436657BF9C0}" type="datetime1">
              <a:rPr lang="en-US" smtClean="0"/>
              <a:t>5/18/2026</a:t>
            </a:fld>
            <a:endParaRPr lang="en-US" dirty="0"/>
          </a:p>
        </p:txBody>
      </p:sp>
      <p:sp>
        <p:nvSpPr>
          <p:cNvPr id="10" name="Slide Number Placeholder 9">
            <a:extLst>
              <a:ext uri="{FF2B5EF4-FFF2-40B4-BE49-F238E27FC236}">
                <a16:creationId xmlns:a16="http://schemas.microsoft.com/office/drawing/2014/main" id="{CE6F948F-9E87-C016-444D-D9F266B8C98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2342AE50-E725-8CC9-C210-91ADF8C0F6FE}"/>
              </a:ext>
            </a:extLst>
          </p:cNvPr>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CFCB2DB0-8C6B-DBBA-F594-AC4F2954C424}"/>
              </a:ext>
            </a:extLst>
          </p:cNvPr>
          <p:cNvGrpSpPr/>
          <p:nvPr/>
        </p:nvGrpSpPr>
        <p:grpSpPr>
          <a:xfrm>
            <a:off x="803185" y="0"/>
            <a:ext cx="10585629" cy="6858000"/>
            <a:chOff x="803185" y="0"/>
            <a:chExt cx="10585629" cy="6858000"/>
          </a:xfrm>
        </p:grpSpPr>
        <p:cxnSp>
          <p:nvCxnSpPr>
            <p:cNvPr id="5" name="Straight Connector 4">
              <a:extLst>
                <a:ext uri="{FF2B5EF4-FFF2-40B4-BE49-F238E27FC236}">
                  <a16:creationId xmlns:a16="http://schemas.microsoft.com/office/drawing/2014/main" id="{1DB4D22E-4E74-6984-AF14-681AA8D9125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0E9A215-4EBA-4F98-1C96-43269B57F2F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B5B197-9DE8-9BBC-A47D-F378F717E4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835935-392C-76CA-C57F-44990EBEB04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188496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2821E9-9F8C-4BDA-BDAE-826252E0F21A}" type="datetime1">
              <a:rPr lang="en-US" smtClean="0"/>
              <a:t>5/18/2026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44408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80AD10E-AA22-4A1A-88F6-F4B2C3E6FE7A}" type="datetime1">
              <a:rPr lang="en-US" smtClean="0"/>
              <a:t>5/18/2026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248600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D69BDBE1-5F80-669A-1B59-BD1E8D2515C2}"/>
              </a:ext>
            </a:extLst>
          </p:cNvPr>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5C57D5A-EE81-4EB8-9DAF-ABC5A6DD5008}" type="datetime1">
              <a:rPr lang="en-US" smtClean="0"/>
              <a:t>5/18/2026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437402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6072A0CE-6B73-A9EE-CD61-DA01E0E315A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1" t="148" r="-487" b="-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ADE48AFF-3397-202B-9BA6-6E2E52FB96B4}"/>
              </a:ext>
            </a:extLst>
          </p:cNvPr>
          <p:cNvSpPr>
            <a:spLocks noGrp="1"/>
          </p:cNvSpPr>
          <p:nvPr>
            <p:ph type="dt" sz="half" idx="15"/>
          </p:nvPr>
        </p:nvSpPr>
        <p:spPr/>
        <p:txBody>
          <a:bodyPr/>
          <a:lstStyle>
            <a:lvl1pPr>
              <a:defRPr>
                <a:solidFill>
                  <a:schemeClr val="tx1"/>
                </a:solidFill>
              </a:defRPr>
            </a:lvl1pPr>
          </a:lstStyle>
          <a:p>
            <a:fld id="{3CF1C996-E939-49D2-ACF0-1DAA697D4C26}" type="datetime1">
              <a:rPr lang="en-US" smtClean="0"/>
              <a:t>5/18/2026</a:t>
            </a:fld>
            <a:endParaRPr lang="en-US" dirty="0"/>
          </a:p>
        </p:txBody>
      </p:sp>
      <p:sp>
        <p:nvSpPr>
          <p:cNvPr id="6" name="Slide Number Placeholder 5">
            <a:extLst>
              <a:ext uri="{FF2B5EF4-FFF2-40B4-BE49-F238E27FC236}">
                <a16:creationId xmlns:a16="http://schemas.microsoft.com/office/drawing/2014/main" id="{D73641B0-A410-A060-9C4C-10246CEEB00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4F926A3E-707E-8CA6-DFD9-FDE70CA34896}"/>
              </a:ext>
            </a:extLst>
          </p:cNvPr>
          <p:cNvCxnSpPr>
            <a:cxnSpLocks/>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5F551DA-7593-8CE8-512A-2CF19A5FEED9}"/>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DE1E5FA2-0258-F65F-0046-4F63C680164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C2681D-C958-88C3-4FE4-BD36D597EB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A1CB91-86F4-F718-46CE-4C26351E5D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B704D5-99FF-334E-D340-F640FC2846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7275278"/>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9510D14-6E1B-BEBD-9ECF-6FD664E6D6C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B0662064-5DE4-D3A3-3200-46801CAA7B41}"/>
              </a:ext>
            </a:extLst>
          </p:cNvPr>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2" t="148" r="-748"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872CB399-7148-CC45-1784-53BEB8322750}"/>
              </a:ext>
            </a:extLst>
          </p:cNvPr>
          <p:cNvSpPr>
            <a:spLocks noGrp="1"/>
          </p:cNvSpPr>
          <p:nvPr>
            <p:ph type="dt" sz="half" idx="15"/>
          </p:nvPr>
        </p:nvSpPr>
        <p:spPr/>
        <p:txBody>
          <a:bodyPr/>
          <a:lstStyle>
            <a:lvl1pPr>
              <a:defRPr>
                <a:solidFill>
                  <a:schemeClr val="tx1"/>
                </a:solidFill>
              </a:defRPr>
            </a:lvl1pPr>
          </a:lstStyle>
          <a:p>
            <a:fld id="{BC634302-EDB4-4C38-AE4F-99E11593A1F0}" type="datetime1">
              <a:rPr lang="en-US" smtClean="0"/>
              <a:t>5/18/2026</a:t>
            </a:fld>
            <a:endParaRPr lang="en-US" dirty="0"/>
          </a:p>
        </p:txBody>
      </p:sp>
      <p:sp>
        <p:nvSpPr>
          <p:cNvPr id="5" name="Slide Number Placeholder 4">
            <a:extLst>
              <a:ext uri="{FF2B5EF4-FFF2-40B4-BE49-F238E27FC236}">
                <a16:creationId xmlns:a16="http://schemas.microsoft.com/office/drawing/2014/main" id="{32103136-9022-B685-BD72-AA2F8D6F1DB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E8D7FB67-CB66-8B73-E144-D9B0FD1BF4CC}"/>
              </a:ext>
            </a:extLst>
          </p:cNvPr>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C050196-5CDD-7D23-C735-405CCFDE0F53}"/>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7915F7F2-4F99-DBC2-59AE-D63FDE09B1F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37699A-63EB-A2E6-B9B8-E85B7B64F0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BE2E12-53E7-56D7-104B-F918B8D5372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CBDF578-3A17-02BF-93ED-AF5F8E7F4A5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86899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1100"/>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78A9400-0F8A-40AD-9C7D-D04C05A686BB}" type="datetime1">
              <a:rPr lang="en-US" smtClean="0"/>
              <a:t>5/18/2026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349E27E-A638-3E50-4392-58116C1AACD3}"/>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522E0D86-7613-34C8-CDC4-C77532A2263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B29EB0-E237-1D57-CA8E-EAD308E9C0C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6316C5-C89C-53D5-EDF8-06B3752F88A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B727D-16F7-192C-BDC7-987EE4A4BF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57678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0882"/>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0AAA33B-7B4C-4CA5-AD3F-802C7D7897C7}" type="datetime1">
              <a:rPr lang="en-US" smtClean="0"/>
              <a:t>5/18/2026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7B351E8-DE44-EF78-C152-3A103EEBFEAE}"/>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9CEF53B-E5B3-5228-FC6C-55411F158D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08AC4D-0833-297F-6CBF-8A5D8729D99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625D5-BBCB-B34F-682F-6A7EBBD4257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36439E-B9F9-BC55-6D36-2CBD97558C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18579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3E33F43-D372-4092-9463-D8C0DAA92373}" type="datetime1">
              <a:rPr lang="en-US" smtClean="0"/>
              <a:t>5/18/2026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3498D5-7EC6-8C79-86BA-7C39A73A10D4}"/>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DFE65860-291D-DD0A-0AF6-EB6BDAF1124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42EDA-61BE-919A-EA3E-08EBB658FD72}"/>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9E31BBA-19B1-9E32-10DC-6E50B5D242D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0D6BDC-E9D3-BF86-AB1A-64748EAD4D4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404583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5FAB39A-86A1-48B6-9153-E6011CB46040}" type="datetime1">
              <a:rPr lang="en-US" smtClean="0"/>
              <a:t>5/18/2026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766075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6D58EB7-9EC7-5A50-30A3-E2D9EDD0FF85}"/>
              </a:ext>
            </a:extLst>
          </p:cNvPr>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Content Placeholder 18">
            <a:extLst>
              <a:ext uri="{FF2B5EF4-FFF2-40B4-BE49-F238E27FC236}">
                <a16:creationId xmlns:a16="http://schemas.microsoft.com/office/drawing/2014/main" id="{DE2753DF-FB9B-AECE-E745-E846066B1745}"/>
              </a:ext>
            </a:extLst>
          </p:cNvPr>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84550B5-6894-4BAB-BE29-52F47C1325C5}" type="datetime1">
              <a:rPr lang="en-US" smtClean="0"/>
              <a:t>5/18/2026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7697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23644B3-B047-4BDA-A4C8-F5943698F924}" type="datetime1">
              <a:rPr lang="en-US" smtClean="0"/>
              <a:t>5/18/2026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9F377ED0-0CD0-101F-CACC-5C208B8095EB}"/>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BB0FAE67-C3ED-90D8-482E-2E87FCA1F01F}"/>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3BE06F7-8D5F-567C-D53C-8F3CFA65C6D8}"/>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1729EF-2962-C057-669D-86C7189119A0}"/>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F37E54-885B-DD4C-C480-18762D2DF579}"/>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0CD173DE-2107-A0E3-872C-F0DE9ACA3D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AFD58-96FA-72FC-A387-4EA88A7A5D6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CF3863-040E-3592-1588-20A1771871E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44D909-6FC8-C0DB-01C7-AFCF7B50FCD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09267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16560"/>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FA3FFB9-0880-4740-B084-BC51532B8F27}" type="datetime1">
              <a:rPr lang="en-US" smtClean="0"/>
              <a:t>5/18/2026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E5E2C763-62D0-A1C5-864F-A9FF05C9F944}"/>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D321B696-8999-0658-38A2-748A73D0777A}"/>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1AECB6-597A-404C-79F2-BDE111DF3683}"/>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1CD60-7C40-DD6A-0B67-9125D3023EAA}"/>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77C411-359E-F413-4B4B-544B4258F8D6}"/>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6520E9D-E5D8-F168-5659-412DEA7EE63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735C892B-D62F-EE71-21EF-072002481B6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5C92F6-ED58-2722-DD71-BFD93A79C90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FD0132-5667-3403-4950-88D7515B12B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EE9CF1-0848-BE96-4C3D-E4B7E1F4BBA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2588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34492"/>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a:p>
            <a:pPr lvl="2"/>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62D9A1-F997-4CCE-B007-8E1943F54374}" type="datetime1">
              <a:rPr lang="en-US" smtClean="0"/>
              <a:t>5/18/2026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30B27C8-C99B-CAB9-24EA-4222A75D3BFC}"/>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09B5103-0315-C48A-F6CB-70023A60377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373C0-8904-4E1A-AC77-DB8B14039D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58731C-1E1F-4D5A-81CD-F79CD40172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E29540-9512-0BC0-7BB2-3B7C57B4C11C}"/>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29168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56DE8C-2121-49BB-AB8E-C1253271C3F5}" type="datetime1">
              <a:rPr lang="en-US" smtClean="0"/>
              <a:t>5/18/2026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B9E57D8C-399F-3BB4-D3B3-9395E8D16134}"/>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7E0EF0C-412A-ADAE-8DDB-3A86E36BA36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6CD944-3487-D02F-D76E-6C8CB5BC62E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FB68B7-02B4-42EE-A7A2-E1DD0D7EF7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5998EB-9F08-520A-8AE0-AC842E25266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42552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020C093-E585-447D-B145-C13F5660ED16}"/>
              </a:ext>
            </a:extLst>
          </p:cNvPr>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dirty="0"/>
              <a:t>Quote Author</a:t>
            </a:r>
          </a:p>
        </p:txBody>
      </p:sp>
      <p:sp>
        <p:nvSpPr>
          <p:cNvPr id="9" name="Footer Placeholder 8">
            <a:extLst>
              <a:ext uri="{FF2B5EF4-FFF2-40B4-BE49-F238E27FC236}">
                <a16:creationId xmlns:a16="http://schemas.microsoft.com/office/drawing/2014/main" id="{6AD2DEB7-F276-E60E-F5A1-0F02C54BDF9C}"/>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5" name="Content Placeholder 4">
            <a:extLst>
              <a:ext uri="{FF2B5EF4-FFF2-40B4-BE49-F238E27FC236}">
                <a16:creationId xmlns:a16="http://schemas.microsoft.com/office/drawing/2014/main" id="{CFF91B2D-44E4-C3B1-BD5E-A10AC8543D25}"/>
              </a:ext>
            </a:extLst>
          </p:cNvPr>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Quote</a:t>
            </a:r>
          </a:p>
        </p:txBody>
      </p:sp>
      <p:cxnSp>
        <p:nvCxnSpPr>
          <p:cNvPr id="6" name="Straight Connector 5">
            <a:extLst>
              <a:ext uri="{FF2B5EF4-FFF2-40B4-BE49-F238E27FC236}">
                <a16:creationId xmlns:a16="http://schemas.microsoft.com/office/drawing/2014/main" id="{B94927EC-ED75-B33D-1D89-85EE4258FB86}"/>
              </a:ext>
            </a:extLst>
          </p:cNvPr>
          <p:cNvCxnSpPr>
            <a:cxnSpLocks/>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7816284-1868-D968-9C16-5FE2038BC6D8}"/>
              </a:ext>
            </a:extLst>
          </p:cNvPr>
          <p:cNvSpPr>
            <a:spLocks noGrp="1"/>
          </p:cNvSpPr>
          <p:nvPr>
            <p:ph type="dt" sz="half" idx="14"/>
          </p:nvPr>
        </p:nvSpPr>
        <p:spPr/>
        <p:txBody>
          <a:bodyPr/>
          <a:lstStyle>
            <a:lvl1pPr>
              <a:defRPr>
                <a:solidFill>
                  <a:schemeClr val="bg1"/>
                </a:solidFill>
              </a:defRPr>
            </a:lvl1pPr>
          </a:lstStyle>
          <a:p>
            <a:fld id="{92342CCE-AAE1-4428-AAFD-18D6AED5F8E7}" type="datetime1">
              <a:rPr lang="en-US" smtClean="0"/>
              <a:t>5/18/2026</a:t>
            </a:fld>
            <a:endParaRPr lang="en-US" dirty="0"/>
          </a:p>
        </p:txBody>
      </p:sp>
      <p:sp>
        <p:nvSpPr>
          <p:cNvPr id="10" name="Slide Number Placeholder 9">
            <a:extLst>
              <a:ext uri="{FF2B5EF4-FFF2-40B4-BE49-F238E27FC236}">
                <a16:creationId xmlns:a16="http://schemas.microsoft.com/office/drawing/2014/main" id="{764E6AE7-6445-C0E9-7714-3905800EE34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DB64FFC6-B9C5-5A14-BCDE-0FACA9EED39A}"/>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A45BAA9C-294C-90CA-EE5A-ED75E616517F}"/>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127FFD-0227-7A04-CAE1-B0476A186E27}"/>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B871B-1B46-69D5-1EA9-A5D3125C1745}"/>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9C52E0-6299-124E-DEAC-88A5054BB4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877055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07008" y="822960"/>
            <a:ext cx="8961120" cy="3474720"/>
          </a:xfrm>
        </p:spPr>
        <p:txBody>
          <a:bodyPr anchor="t" anchorCtr="0">
            <a:normAutofit/>
          </a:bodyPr>
          <a:lstStyle>
            <a:lvl1pPr marL="164592" indent="-164592">
              <a:lnSpc>
                <a:spcPct val="100000"/>
              </a:lnSpc>
              <a:spcBef>
                <a:spcPts val="0"/>
              </a:spcBef>
              <a:buNone/>
              <a:defRPr sz="4200" b="0" i="0">
                <a:solidFill>
                  <a:schemeClr val="bg1"/>
                </a:solidFill>
                <a:latin typeface="Bahnschrift Light" panose="020B0502040204020203" pitchFamily="34"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1051D386-7935-4182-861C-A013C161AEB1}" type="datetime1">
              <a:rPr lang="en-US" smtClean="0"/>
              <a:t>5/18/2026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5F3E5CAD-77F4-3496-0EBB-8BDE29A00533}"/>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932EDD7-F82C-CAA5-81E3-4DA459BD7BE7}"/>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B23CB67B-9D91-D31D-5E6F-1AFDE722A71A}"/>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0B71C7-A49A-A194-9371-8105319095C1}"/>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D85FF8-8A01-4471-2129-9F815C543EB4}"/>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7B839C-7467-0312-FCA6-E719E5B303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8137316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358007"/>
            <a:ext cx="8961120" cy="3474720"/>
          </a:xfrm>
        </p:spPr>
        <p:txBody>
          <a:bodyPr anchor="ctr">
            <a:normAutofit/>
          </a:bodyPr>
          <a:lstStyle>
            <a:lvl1pPr marL="164592" indent="-164592" algn="ctr">
              <a:lnSpc>
                <a:spcPct val="100000"/>
              </a:lnSpc>
              <a:spcBef>
                <a:spcPts val="0"/>
              </a:spcBef>
              <a:buNone/>
              <a:defRPr sz="4000" b="0" i="0">
                <a:solidFill>
                  <a:schemeClr val="bg1"/>
                </a:solidFill>
                <a:latin typeface="+mn-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4F612C1C-64C5-4B50-8744-8314E722E95D}" type="datetime1">
              <a:rPr lang="en-US" smtClean="0"/>
              <a:t>5/18/2026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8BAF90A-B341-890C-B376-6A16FD3D4D66}"/>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673DA07-CC58-742F-47C7-DF6C3FC1BB2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EC520D2A-19A3-39C2-02F5-969FC02F7835}"/>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DADCD-00F5-6714-A61F-195B94550628}"/>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D759BD-ADDA-3040-A5CB-DAC10D9A2D39}"/>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8BFB7B-8327-08C6-5F9E-BACB47A2C3D2}"/>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32953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Content Placeholder 3">
            <a:extLst>
              <a:ext uri="{FF2B5EF4-FFF2-40B4-BE49-F238E27FC236}">
                <a16:creationId xmlns:a16="http://schemas.microsoft.com/office/drawing/2014/main" id="{F6F508F0-4C97-9A80-2546-BC6EE3D2732B}"/>
              </a:ext>
            </a:extLst>
          </p:cNvPr>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9AB0DFB-3813-8899-8844-3F65C902B800}"/>
              </a:ext>
            </a:extLst>
          </p:cNvPr>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14802D6-419C-4270-A699-E7031986556C}" type="datetime1">
              <a:rPr lang="en-US" smtClean="0"/>
              <a:t>5/18/2026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CB83DEFD-C76A-E192-4470-7F7DCE92CBCE}"/>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0EBF15C6-51A3-0039-7C8E-9F5BC53301C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2827DB-A570-B094-5067-79A4F7DA7F3C}"/>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DF52F4-C942-A75F-0F4B-911959D2F30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44BFA9-C671-8332-EC4C-A56CAAB34AE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704049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5B8AB-C546-6624-5613-679F649D8004}"/>
              </a:ext>
            </a:extLst>
          </p:cNvPr>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689131D8-B072-15AB-4C0D-39F0B943B0A9}"/>
              </a:ext>
            </a:extLst>
          </p:cNvPr>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7C0F1DD-38C1-462C-A697-E8DF52FBE341}" type="datetime1">
              <a:rPr lang="en-US" smtClean="0"/>
              <a:t>5/18/2026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E70A967-D43A-531B-AB77-B7D2DE7E4B0F}"/>
              </a:ext>
            </a:extLst>
          </p:cNvPr>
          <p:cNvGrpSpPr/>
          <p:nvPr/>
        </p:nvGrpSpPr>
        <p:grpSpPr>
          <a:xfrm>
            <a:off x="803185" y="0"/>
            <a:ext cx="10585629" cy="6858000"/>
            <a:chOff x="803185" y="0"/>
            <a:chExt cx="10585629" cy="6858000"/>
          </a:xfrm>
        </p:grpSpPr>
        <p:cxnSp>
          <p:nvCxnSpPr>
            <p:cNvPr id="16" name="Straight Connector 15">
              <a:extLst>
                <a:ext uri="{FF2B5EF4-FFF2-40B4-BE49-F238E27FC236}">
                  <a16:creationId xmlns:a16="http://schemas.microsoft.com/office/drawing/2014/main" id="{61B1175E-A767-B7AB-D265-9256ECCA8E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29F5B2-C13B-2102-792E-E51F1738D2A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C2A7D0-2242-BB3D-AC3F-126E076FC3A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0BEB2B-F33C-CFC6-3060-70CD260293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522492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15132D0-A4B5-4DFA-9485-CB2E482EE77C}" type="datetime1">
              <a:rPr lang="en-US" smtClean="0"/>
              <a:t>5/18/2026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570C8D4F-961C-9DE3-2BE6-ABBC18355BC3}"/>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E145383D-28A9-C0D3-8E3D-AA7533D2925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B585A5-22BA-F43D-07BD-3BB57145B2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437C88-1694-66DE-88F2-5F80E436773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75A774-D186-6B8B-F966-423BE24E466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626805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EC83663-489C-4B0C-BB79-FC178A8643C9}" type="datetime1">
              <a:rPr lang="en-US" smtClean="0"/>
              <a:t>5/18/2026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A5ECB350-6B4D-5D25-5FB0-D995BE7D095F}"/>
              </a:ext>
            </a:extLst>
          </p:cNvPr>
          <p:cNvGrpSpPr/>
          <p:nvPr/>
        </p:nvGrpSpPr>
        <p:grpSpPr>
          <a:xfrm>
            <a:off x="803185" y="0"/>
            <a:ext cx="10585629" cy="6858000"/>
            <a:chOff x="803185" y="0"/>
            <a:chExt cx="10585629" cy="6858000"/>
          </a:xfrm>
        </p:grpSpPr>
        <p:cxnSp>
          <p:nvCxnSpPr>
            <p:cNvPr id="11" name="Straight Connector 10">
              <a:extLst>
                <a:ext uri="{FF2B5EF4-FFF2-40B4-BE49-F238E27FC236}">
                  <a16:creationId xmlns:a16="http://schemas.microsoft.com/office/drawing/2014/main" id="{614889B8-EF0E-CC96-E345-4814F56ED6D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0EF97A-5CED-BE43-C066-ED89AE049BD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CB1FB5-CA0E-AFAB-5607-844D9592A24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A5556-E509-ED49-F4BE-6F664377F5B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73583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14" name="Footer Placeholder 13">
            <a:extLst>
              <a:ext uri="{FF2B5EF4-FFF2-40B4-BE49-F238E27FC236}">
                <a16:creationId xmlns:a16="http://schemas.microsoft.com/office/drawing/2014/main" id="{06EDF8B4-9629-39C1-DDBF-A5485B241DB4}"/>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a:extLst>
              <a:ext uri="{FF2B5EF4-FFF2-40B4-BE49-F238E27FC236}">
                <a16:creationId xmlns:a16="http://schemas.microsoft.com/office/drawing/2014/main" id="{2EAB326A-0996-8BBC-BFAF-29A228B198CC}"/>
              </a:ext>
            </a:extLst>
          </p:cNvPr>
          <p:cNvSpPr>
            <a:spLocks noGrp="1"/>
          </p:cNvSpPr>
          <p:nvPr>
            <p:ph type="dt" sz="half" idx="10"/>
          </p:nvPr>
        </p:nvSpPr>
        <p:spPr/>
        <p:txBody>
          <a:bodyPr/>
          <a:lstStyle>
            <a:lvl1pPr>
              <a:defRPr>
                <a:solidFill>
                  <a:schemeClr val="tx1"/>
                </a:solidFill>
              </a:defRPr>
            </a:lvl1pPr>
          </a:lstStyle>
          <a:p>
            <a:fld id="{C41BEF89-672A-4E25-926B-58E382525C3F}" type="datetime1">
              <a:rPr lang="en-US" smtClean="0"/>
              <a:t>5/18/2026</a:t>
            </a:fld>
            <a:endParaRPr lang="en-US" dirty="0"/>
          </a:p>
        </p:txBody>
      </p:sp>
      <p:sp>
        <p:nvSpPr>
          <p:cNvPr id="15" name="Slide Number Placeholder 14">
            <a:extLst>
              <a:ext uri="{FF2B5EF4-FFF2-40B4-BE49-F238E27FC236}">
                <a16:creationId xmlns:a16="http://schemas.microsoft.com/office/drawing/2014/main" id="{3AE9EB23-C42E-AFD9-410F-5D3A9B4737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8" name="Group 7">
            <a:extLst>
              <a:ext uri="{FF2B5EF4-FFF2-40B4-BE49-F238E27FC236}">
                <a16:creationId xmlns:a16="http://schemas.microsoft.com/office/drawing/2014/main" id="{8179AB9D-F8E4-DA67-2113-2CB4FAAA3FE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4D1AF63C-58A3-D664-0F8A-2F866DE9922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7353FA6-146A-25CD-A52A-50A0DBA7C4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D17F74-4821-8F53-7E3E-BD10714CA1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BD083B-641D-8442-0510-78BC3BDFF82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6451782"/>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9931E9BD-2556-46EE-BDF5-EE03A42C0687}" type="datetime1">
              <a:rPr lang="en-US" smtClean="0"/>
              <a:t>5/18/2026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DF475923-C72A-59CC-2F27-3B42DE9E23C1}"/>
              </a:ext>
            </a:extLst>
          </p:cNvPr>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44E6E6F-31C5-280B-B965-1DCA584FB10B}"/>
              </a:ext>
            </a:extLst>
          </p:cNvPr>
          <p:cNvGrpSpPr/>
          <p:nvPr/>
        </p:nvGrpSpPr>
        <p:grpSpPr>
          <a:xfrm>
            <a:off x="803185" y="0"/>
            <a:ext cx="10585629" cy="6858000"/>
            <a:chOff x="803185" y="0"/>
            <a:chExt cx="10585629" cy="6858000"/>
          </a:xfrm>
        </p:grpSpPr>
        <p:cxnSp>
          <p:nvCxnSpPr>
            <p:cNvPr id="10" name="Straight Connector 9">
              <a:extLst>
                <a:ext uri="{FF2B5EF4-FFF2-40B4-BE49-F238E27FC236}">
                  <a16:creationId xmlns:a16="http://schemas.microsoft.com/office/drawing/2014/main" id="{E46DD8FB-C3C8-02D7-0EEC-1FA8A0E72EE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287276-FB86-B497-EB85-08D57647FCB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FABFB-CCBD-F586-5A5B-F739C98FEB0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33A7C7-3944-5EFF-0F5A-CD13C776DD1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400000"/>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89BE370-40DD-429A-ADED-41858713F7D9}" type="datetime1">
              <a:rPr lang="en-US" smtClean="0"/>
              <a:t>5/18/2026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CFF997AB-1CB0-F155-5BD6-8AD0DF5F9C8C}"/>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5CD1A663-8D32-81FC-CF0E-3943276FC5B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8FB5FE-FF71-6B7B-03A4-B78EA9E50FE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4967FC-68C7-FF99-F0D4-F11F22519D8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437DFC-E04A-54B1-CFEA-8D9349D6EB7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1113878"/>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744B83-DEC6-42A9-90ED-B3D6C76A8643}" type="datetime1">
              <a:rPr lang="en-US" smtClean="0"/>
              <a:t>5/18/2026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4604B72-3E24-1723-74C9-C1E295269A19}"/>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2CEF3A60-0DC4-008A-49C8-C3FD46FA3B8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A618110-A634-DE8C-5B6D-35477E47ED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E21D7-A780-C513-5EB6-4A6C625665C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2C4757-1CA9-394F-33BF-C5A9D77182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373742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1005840" y="1525384"/>
            <a:ext cx="2805405"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5D94B1B5-61D9-4408-A2B5-CA06F768CAB1}" type="datetime1">
              <a:rPr lang="en-US" smtClean="0"/>
              <a:t>5/18/2026</a:t>
            </a:fld>
            <a:endParaRPr lang="en-US" dirty="0"/>
          </a:p>
        </p:txBody>
      </p:sp>
      <p:sp>
        <p:nvSpPr>
          <p:cNvPr id="12" name="Freeform 11" hidden="1">
            <a:extLst>
              <a:ext uri="{FF2B5EF4-FFF2-40B4-BE49-F238E27FC236}">
                <a16:creationId xmlns:a16="http://schemas.microsoft.com/office/drawing/2014/main" id="{918C00E2-AFB8-E789-01F1-47EC64846D95}"/>
              </a:ext>
            </a:extLst>
          </p:cNvPr>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a:extLst>
              <a:ext uri="{FF2B5EF4-FFF2-40B4-BE49-F238E27FC236}">
                <a16:creationId xmlns:a16="http://schemas.microsoft.com/office/drawing/2014/main" id="{6A6CDCAD-B761-0A5F-55A7-CE79AB3802A7}"/>
              </a:ext>
            </a:extLst>
          </p:cNvPr>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6764F219-4CFC-7E04-8CDD-E0D873B1B05B}"/>
              </a:ext>
            </a:extLst>
          </p:cNvPr>
          <p:cNvSpPr txBox="1"/>
          <p:nvPr userDrawn="1">
            <p:extLst>
              <p:ext uri="{1162E1C5-73C7-4A58-AE30-91384D911F3F}">
                <p184:classification xmlns:p184="http://schemas.microsoft.com/office/powerpoint/2018/4/main" val="hdr"/>
              </p:ext>
            </p:extLst>
          </p:nvPr>
        </p:nvSpPr>
        <p:spPr>
          <a:xfrm>
            <a:off x="5836412" y="190500"/>
            <a:ext cx="544513"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OFFICIAL</a:t>
            </a:r>
          </a:p>
        </p:txBody>
      </p:sp>
    </p:spTree>
    <p:extLst>
      <p:ext uri="{BB962C8B-B14F-4D97-AF65-F5344CB8AC3E}">
        <p14:creationId xmlns:p14="http://schemas.microsoft.com/office/powerpoint/2010/main" val="3056564892"/>
      </p:ext>
    </p:extLst>
  </p:cSld>
  <p:clrMap bg1="dk1" tx1="lt1" bg2="dk2" tx2="lt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76" r:id="rId6"/>
    <p:sldLayoutId id="2147483923" r:id="rId7"/>
    <p:sldLayoutId id="2147483924" r:id="rId8"/>
    <p:sldLayoutId id="2147483925" r:id="rId9"/>
    <p:sldLayoutId id="2147483926" r:id="rId10"/>
    <p:sldLayoutId id="2147483927" r:id="rId11"/>
    <p:sldLayoutId id="2147483928" r:id="rId12"/>
    <p:sldLayoutId id="2147483929" r:id="rId13"/>
    <p:sldLayoutId id="2147483930" r:id="rId14"/>
    <p:sldLayoutId id="2147483931" r:id="rId15"/>
    <p:sldLayoutId id="2147483932" r:id="rId16"/>
    <p:sldLayoutId id="2147483933" r:id="rId17"/>
    <p:sldLayoutId id="2147483934" r:id="rId18"/>
    <p:sldLayoutId id="2147483935" r:id="rId19"/>
    <p:sldLayoutId id="2147483936" r:id="rId20"/>
    <p:sldLayoutId id="2147483937" r:id="rId21"/>
    <p:sldLayoutId id="2147483938" r:id="rId22"/>
    <p:sldLayoutId id="2147483939" r:id="rId23"/>
    <p:sldLayoutId id="2147483940" r:id="rId24"/>
    <p:sldLayoutId id="2147483941" r:id="rId25"/>
    <p:sldLayoutId id="2147483942" r:id="rId26"/>
    <p:sldLayoutId id="2147483943" r:id="rId27"/>
    <p:sldLayoutId id="2147483944" r:id="rId28"/>
    <p:sldLayoutId id="2147483945" r:id="rId29"/>
    <p:sldLayoutId id="2147483946" r:id="rId30"/>
    <p:sldLayoutId id="2147483947" r:id="rId31"/>
    <p:sldLayoutId id="2147483948" r:id="rId32"/>
    <p:sldLayoutId id="2147483949" r:id="rId33"/>
    <p:sldLayoutId id="2147483950" r:id="rId34"/>
    <p:sldLayoutId id="2147483951" r:id="rId35"/>
    <p:sldLayoutId id="2147483952" r:id="rId36"/>
    <p:sldLayoutId id="2147483953" r:id="rId37"/>
    <p:sldLayoutId id="2147483954" r:id="rId38"/>
    <p:sldLayoutId id="2147483955" r:id="rId39"/>
    <p:sldLayoutId id="2147483956" r:id="rId40"/>
    <p:sldLayoutId id="2147483957" r:id="rId41"/>
    <p:sldLayoutId id="2147483958" r:id="rId42"/>
    <p:sldLayoutId id="2147483959" r:id="rId43"/>
    <p:sldLayoutId id="2147483960" r:id="rId44"/>
    <p:sldLayoutId id="2147483961" r:id="rId45"/>
    <p:sldLayoutId id="2147483962" r:id="rId46"/>
    <p:sldLayoutId id="2147483963" r:id="rId47"/>
    <p:sldLayoutId id="2147483964" r:id="rId48"/>
    <p:sldLayoutId id="2147483965" r:id="rId49"/>
    <p:sldLayoutId id="2147483966" r:id="rId50"/>
    <p:sldLayoutId id="2147483967" r:id="rId51"/>
    <p:sldLayoutId id="2147483969" r:id="rId52"/>
    <p:sldLayoutId id="2147483970" r:id="rId53"/>
    <p:sldLayoutId id="2147483971" r:id="rId54"/>
    <p:sldLayoutId id="2147483972" r:id="rId55"/>
    <p:sldLayoutId id="2147483973" r:id="rId56"/>
    <p:sldLayoutId id="2147483974" r:id="rId57"/>
    <p:sldLayoutId id="2147483975" r:id="rId58"/>
  </p:sldLayoutIdLst>
  <p:hf hdr="0" dt="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nwssp.nhs.wales/ourservices/primary-care-services/general-information/data-and-publications/prescribing-data-extracts/general-practice-prescribing-data-extrac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stats.gov.wales/en-GB/9e8f6f1d-d4aa-457a-a675-cc0e2caef3a5/"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stats.gov.wales/en-GB/da26395b-945e-4fad-b886-00cbb565a14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pmc.ncbi.nlm.nih.gov/articles/PMC11573327/" TargetMode="External"/><Relationship Id="rId2" Type="http://schemas.openxmlformats.org/officeDocument/2006/relationships/hyperlink" Target="https://aoao.org/2025/07/29/glp-1-agonists-and-orthopedic-surgery-a-review-of-their-impact-on-bone-metabolism-wound-healing-and-surgical-outcomes/" TargetMode="External"/><Relationship Id="rId1" Type="http://schemas.openxmlformats.org/officeDocument/2006/relationships/slideLayout" Target="../slideLayouts/slideLayout2.xml"/><Relationship Id="rId4" Type="http://schemas.openxmlformats.org/officeDocument/2006/relationships/hyperlink" Target="https://pmc.ncbi.nlm.nih.gov/articles/PMC11282421/" TargetMode="Externa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90000"/>
            <a:lumOff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C534-D45B-C515-59E3-4C260019E016}"/>
              </a:ext>
            </a:extLst>
          </p:cNvPr>
          <p:cNvSpPr>
            <a:spLocks noGrp="1"/>
          </p:cNvSpPr>
          <p:nvPr>
            <p:ph type="ctrTitle"/>
          </p:nvPr>
        </p:nvSpPr>
        <p:spPr>
          <a:xfrm>
            <a:off x="2249342" y="1719186"/>
            <a:ext cx="8249370" cy="2468880"/>
          </a:xfrm>
        </p:spPr>
        <p:txBody>
          <a:bodyPr>
            <a:normAutofit fontScale="90000"/>
          </a:bodyPr>
          <a:lstStyle/>
          <a:p>
            <a:r>
              <a:rPr lang="en-US" dirty="0"/>
              <a:t>NHS hackathon challenge 2 -</a:t>
            </a:r>
            <a:br>
              <a:rPr lang="en-US" dirty="0"/>
            </a:br>
            <a:r>
              <a:rPr lang="en-US" dirty="0"/>
              <a:t>Using weight loss Drug prescriptions to predict </a:t>
            </a:r>
            <a:r>
              <a:rPr lang="en-US" dirty="0" err="1"/>
              <a:t>orthopaedic</a:t>
            </a:r>
            <a:r>
              <a:rPr lang="en-US" dirty="0"/>
              <a:t> demand  </a:t>
            </a:r>
          </a:p>
        </p:txBody>
      </p:sp>
      <p:sp>
        <p:nvSpPr>
          <p:cNvPr id="3" name="Subtitle 2">
            <a:extLst>
              <a:ext uri="{FF2B5EF4-FFF2-40B4-BE49-F238E27FC236}">
                <a16:creationId xmlns:a16="http://schemas.microsoft.com/office/drawing/2014/main" id="{22950508-6902-F575-FCC4-234E6821BF41}"/>
              </a:ext>
            </a:extLst>
          </p:cNvPr>
          <p:cNvSpPr>
            <a:spLocks noGrp="1"/>
          </p:cNvSpPr>
          <p:nvPr>
            <p:ph type="subTitle" idx="1"/>
          </p:nvPr>
        </p:nvSpPr>
        <p:spPr>
          <a:xfrm>
            <a:off x="4221480" y="4574940"/>
            <a:ext cx="3749040" cy="1463040"/>
          </a:xfrm>
        </p:spPr>
        <p:txBody>
          <a:bodyPr/>
          <a:lstStyle/>
          <a:p>
            <a:r>
              <a:rPr lang="en-US" dirty="0"/>
              <a:t>Hackathon Team – </a:t>
            </a:r>
          </a:p>
          <a:p>
            <a:r>
              <a:rPr lang="en-US" dirty="0"/>
              <a:t>Bryan Crosland, Gemma Russell, Michael Thomas, Matthew Smith, Jennifer Grant, Rajendra Kadel, David Hutchings, Rhys Craig. Amirhossein Ghadiri</a:t>
            </a:r>
          </a:p>
        </p:txBody>
      </p:sp>
    </p:spTree>
    <p:extLst>
      <p:ext uri="{BB962C8B-B14F-4D97-AF65-F5344CB8AC3E}">
        <p14:creationId xmlns:p14="http://schemas.microsoft.com/office/powerpoint/2010/main" val="2699954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56E02-90CA-BA58-1017-D3E9DAA85FF3}"/>
              </a:ext>
            </a:extLst>
          </p:cNvPr>
          <p:cNvSpPr>
            <a:spLocks noGrp="1"/>
          </p:cNvSpPr>
          <p:nvPr>
            <p:ph type="title"/>
          </p:nvPr>
        </p:nvSpPr>
        <p:spPr>
          <a:xfrm>
            <a:off x="882645" y="393800"/>
            <a:ext cx="10426709" cy="777239"/>
          </a:xfrm>
        </p:spPr>
        <p:txBody>
          <a:bodyPr>
            <a:noAutofit/>
          </a:bodyPr>
          <a:lstStyle/>
          <a:p>
            <a:r>
              <a:rPr lang="en-GB" sz="2800" b="1" dirty="0"/>
              <a:t>Challenge</a:t>
            </a:r>
            <a:r>
              <a:rPr lang="en-GB" sz="2800" dirty="0"/>
              <a:t>: using weight loss Drug prescriptions to predict orthopaedic demand   </a:t>
            </a:r>
          </a:p>
        </p:txBody>
      </p:sp>
      <p:sp>
        <p:nvSpPr>
          <p:cNvPr id="4" name="Content Placeholder 3">
            <a:extLst>
              <a:ext uri="{FF2B5EF4-FFF2-40B4-BE49-F238E27FC236}">
                <a16:creationId xmlns:a16="http://schemas.microsoft.com/office/drawing/2014/main" id="{F0E36E48-D1B1-26D6-2A16-A651C1E0BD69}"/>
              </a:ext>
            </a:extLst>
          </p:cNvPr>
          <p:cNvSpPr>
            <a:spLocks noGrp="1"/>
          </p:cNvSpPr>
          <p:nvPr>
            <p:ph sz="quarter" idx="13"/>
          </p:nvPr>
        </p:nvSpPr>
        <p:spPr>
          <a:xfrm>
            <a:off x="949433" y="1582315"/>
            <a:ext cx="10052050" cy="4754563"/>
          </a:xfrm>
        </p:spPr>
        <p:txBody>
          <a:bodyPr vert="horz" lIns="91440" tIns="45720" rIns="91440" bIns="45720" rtlCol="0" anchor="t">
            <a:normAutofit/>
          </a:bodyPr>
          <a:lstStyle/>
          <a:p>
            <a:pPr marL="0" indent="0">
              <a:buNone/>
            </a:pPr>
            <a:r>
              <a:rPr lang="en-GB" sz="1800" dirty="0"/>
              <a:t>With the increasing use of GLP-1 drugs, there is interest in the likely knock-on impact on orthopaedics activity: </a:t>
            </a:r>
          </a:p>
          <a:p>
            <a:pPr marL="0" indent="0">
              <a:buNone/>
            </a:pPr>
            <a:endParaRPr lang="en-GB" sz="1800" dirty="0"/>
          </a:p>
          <a:p>
            <a:pPr marL="228600" lvl="1" indent="0">
              <a:buNone/>
            </a:pPr>
            <a:r>
              <a:rPr lang="en-GB" sz="1800" dirty="0"/>
              <a:t>1) Reducing a person's weight can positively impact their joints; i.e. reduce the likelihood of them needing an orthopaedic referral </a:t>
            </a:r>
          </a:p>
          <a:p>
            <a:pPr marL="228600" lvl="1" indent="0">
              <a:buNone/>
            </a:pPr>
            <a:r>
              <a:rPr lang="en-GB" sz="1800" dirty="0"/>
              <a:t>2) For those already with joint problems, reducing weight can improve a patient's likelihood of being accepted for surgery; i.e. increase the demand on orthopaedics. </a:t>
            </a:r>
          </a:p>
          <a:p>
            <a:pPr marL="0" indent="0">
              <a:buNone/>
            </a:pPr>
            <a:endParaRPr lang="en-GB" sz="1800" dirty="0"/>
          </a:p>
          <a:p>
            <a:pPr marL="0" indent="0">
              <a:buNone/>
            </a:pPr>
            <a:r>
              <a:rPr lang="en-GB" sz="1800" dirty="0"/>
              <a:t>This challenge is about exploring the relationship observable in the NHS Wales publicly available prescriptions data and orthopaedic activity. This can be done by exploring the literature evidence and relationships observed in public domain data.</a:t>
            </a:r>
          </a:p>
          <a:p>
            <a:endParaRPr lang="en-GB" sz="1800" dirty="0"/>
          </a:p>
          <a:p>
            <a:endParaRPr lang="en-GB" sz="1800" dirty="0"/>
          </a:p>
          <a:p>
            <a:pPr marL="0" indent="0">
              <a:buNone/>
            </a:pPr>
            <a:endParaRPr lang="en-GB" sz="1800" dirty="0"/>
          </a:p>
          <a:p>
            <a:endParaRPr lang="en-GB" sz="1800" dirty="0"/>
          </a:p>
          <a:p>
            <a:endParaRPr lang="en-GB" sz="1800" dirty="0"/>
          </a:p>
          <a:p>
            <a:endParaRPr lang="en-GB" sz="1800" dirty="0"/>
          </a:p>
          <a:p>
            <a:endParaRPr lang="en-GB" sz="1800" dirty="0"/>
          </a:p>
          <a:p>
            <a:pPr marL="0" indent="0">
              <a:buNone/>
            </a:pPr>
            <a:endParaRPr lang="en-GB" sz="1800" dirty="0"/>
          </a:p>
        </p:txBody>
      </p:sp>
      <p:sp>
        <p:nvSpPr>
          <p:cNvPr id="5" name="Slide Number Placeholder 4">
            <a:extLst>
              <a:ext uri="{FF2B5EF4-FFF2-40B4-BE49-F238E27FC236}">
                <a16:creationId xmlns:a16="http://schemas.microsoft.com/office/drawing/2014/main" id="{CE10B17D-F9F1-92D1-7051-BE47B9FC38C1}"/>
              </a:ext>
            </a:extLst>
          </p:cNvPr>
          <p:cNvSpPr>
            <a:spLocks noGrp="1"/>
          </p:cNvSpPr>
          <p:nvPr>
            <p:ph type="sldNum" sz="quarter" idx="12"/>
          </p:nvPr>
        </p:nvSpPr>
        <p:spPr/>
        <p:txBody>
          <a:bodyPr/>
          <a:lstStyle/>
          <a:p>
            <a:fld id="{CC057153-B650-4DEB-B370-79DDCFDCE934}" type="slidenum">
              <a:rPr lang="en-US" smtClean="0"/>
              <a:pPr/>
              <a:t>2</a:t>
            </a:fld>
            <a:endParaRPr lang="en-US" dirty="0"/>
          </a:p>
        </p:txBody>
      </p:sp>
    </p:spTree>
    <p:extLst>
      <p:ext uri="{BB962C8B-B14F-4D97-AF65-F5344CB8AC3E}">
        <p14:creationId xmlns:p14="http://schemas.microsoft.com/office/powerpoint/2010/main" val="334382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273018BC-03C4-E77F-D01D-4A8B29375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4A86F-F50D-2D6E-99DE-D16B1DC8FBA1}"/>
              </a:ext>
            </a:extLst>
          </p:cNvPr>
          <p:cNvSpPr>
            <a:spLocks noGrp="1"/>
          </p:cNvSpPr>
          <p:nvPr>
            <p:ph type="title"/>
          </p:nvPr>
        </p:nvSpPr>
        <p:spPr>
          <a:xfrm>
            <a:off x="881478" y="420161"/>
            <a:ext cx="10058400" cy="777239"/>
          </a:xfrm>
        </p:spPr>
        <p:txBody>
          <a:bodyPr>
            <a:normAutofit/>
          </a:bodyPr>
          <a:lstStyle/>
          <a:p>
            <a:r>
              <a:rPr lang="en-GB" sz="2800" b="1" dirty="0"/>
              <a:t>Approach taken</a:t>
            </a:r>
          </a:p>
        </p:txBody>
      </p:sp>
      <p:sp>
        <p:nvSpPr>
          <p:cNvPr id="4" name="Content Placeholder 3">
            <a:extLst>
              <a:ext uri="{FF2B5EF4-FFF2-40B4-BE49-F238E27FC236}">
                <a16:creationId xmlns:a16="http://schemas.microsoft.com/office/drawing/2014/main" id="{C3F35383-3CA1-0630-5E15-8348171E2056}"/>
              </a:ext>
            </a:extLst>
          </p:cNvPr>
          <p:cNvSpPr>
            <a:spLocks noGrp="1"/>
          </p:cNvSpPr>
          <p:nvPr>
            <p:ph sz="quarter" idx="13"/>
          </p:nvPr>
        </p:nvSpPr>
        <p:spPr>
          <a:xfrm>
            <a:off x="1069975" y="1036514"/>
            <a:ext cx="10052050" cy="5558163"/>
          </a:xfrm>
        </p:spPr>
        <p:txBody>
          <a:bodyPr vert="horz" lIns="91440" tIns="45720" rIns="91440" bIns="45720" rtlCol="0" anchor="t">
            <a:normAutofit/>
          </a:bodyPr>
          <a:lstStyle/>
          <a:p>
            <a:pPr marL="457200" indent="-457200">
              <a:buFont typeface="+mj-lt"/>
              <a:buAutoNum type="arabicPeriod"/>
            </a:pPr>
            <a:r>
              <a:rPr lang="en-GB" sz="1800" dirty="0">
                <a:ea typeface="+mn-lt"/>
                <a:cs typeface="+mn-lt"/>
              </a:rPr>
              <a:t>Review literature to identify relationship between weight loss drugs and orthopaedic demand</a:t>
            </a:r>
          </a:p>
          <a:p>
            <a:pPr marL="457200" indent="-457200">
              <a:buFont typeface="+mj-lt"/>
              <a:buAutoNum type="arabicPeriod"/>
            </a:pPr>
            <a:r>
              <a:rPr lang="en-GB" sz="1800" dirty="0">
                <a:ea typeface="+mn-lt"/>
                <a:cs typeface="+mn-lt"/>
              </a:rPr>
              <a:t>Collate and visualise trends in publicly available data:</a:t>
            </a:r>
          </a:p>
          <a:p>
            <a:pPr lvl="2"/>
            <a:r>
              <a:rPr lang="en-GB" sz="1800" dirty="0">
                <a:ea typeface="+mn-lt"/>
                <a:cs typeface="+mn-lt"/>
              </a:rPr>
              <a:t>Weight loss prescription data</a:t>
            </a:r>
          </a:p>
          <a:p>
            <a:pPr lvl="2"/>
            <a:r>
              <a:rPr lang="en-GB" sz="1800" dirty="0">
                <a:ea typeface="+mn-lt"/>
                <a:cs typeface="+mn-lt"/>
              </a:rPr>
              <a:t>Orthopaedics referral data</a:t>
            </a:r>
          </a:p>
          <a:p>
            <a:pPr lvl="2"/>
            <a:r>
              <a:rPr lang="en-GB" sz="1800" dirty="0">
                <a:ea typeface="+mn-lt"/>
                <a:cs typeface="+mn-lt"/>
              </a:rPr>
              <a:t>Obesity levels data</a:t>
            </a:r>
          </a:p>
          <a:p>
            <a:pPr lvl="2"/>
            <a:r>
              <a:rPr lang="en-GB" sz="1800" dirty="0">
                <a:ea typeface="+mn-lt"/>
                <a:cs typeface="+mn-lt"/>
              </a:rPr>
              <a:t>Not fitness for surgery data</a:t>
            </a:r>
          </a:p>
          <a:p>
            <a:pPr marL="457200" indent="-457200">
              <a:buFont typeface="+mj-lt"/>
              <a:buAutoNum type="arabicPeriod"/>
            </a:pPr>
            <a:r>
              <a:rPr lang="en-GB" sz="1800" dirty="0">
                <a:ea typeface="+mn-lt"/>
                <a:cs typeface="+mn-lt"/>
              </a:rPr>
              <a:t>Identify gaps in data publicly available</a:t>
            </a:r>
          </a:p>
          <a:p>
            <a:pPr marL="457200" indent="-457200">
              <a:buFont typeface="+mj-lt"/>
              <a:buAutoNum type="arabicPeriod"/>
            </a:pPr>
            <a:r>
              <a:rPr lang="en-GB" sz="1800" dirty="0">
                <a:ea typeface="+mn-lt"/>
                <a:cs typeface="+mn-lt"/>
              </a:rPr>
              <a:t>Develop method to identify relationship between weight loss drug prescriptions and orthopaedic demand</a:t>
            </a:r>
          </a:p>
          <a:p>
            <a:pPr marL="457200" indent="-457200">
              <a:buFont typeface="+mj-lt"/>
              <a:buAutoNum type="arabicPeriod"/>
            </a:pPr>
            <a:r>
              <a:rPr lang="en-GB" sz="1800" dirty="0">
                <a:ea typeface="+mn-lt"/>
                <a:cs typeface="+mn-lt"/>
              </a:rPr>
              <a:t>Develop model to split this into three parts:</a:t>
            </a:r>
          </a:p>
          <a:p>
            <a:pPr lvl="1"/>
            <a:r>
              <a:rPr lang="en-GB" sz="1800" dirty="0">
                <a:ea typeface="+mn-lt"/>
                <a:cs typeface="+mn-lt"/>
              </a:rPr>
              <a:t>identify relationship between obesity levels and orthopaedic demand (by speciality/health board)</a:t>
            </a:r>
          </a:p>
          <a:p>
            <a:pPr lvl="1"/>
            <a:r>
              <a:rPr lang="en-GB" sz="1800" dirty="0">
                <a:ea typeface="+mn-lt"/>
                <a:cs typeface="+mn-lt"/>
              </a:rPr>
              <a:t>forecast impact of weight loss drugs on obesity levels</a:t>
            </a:r>
          </a:p>
          <a:p>
            <a:pPr lvl="1"/>
            <a:r>
              <a:rPr lang="en-GB" sz="1800" dirty="0">
                <a:ea typeface="+mn-lt"/>
                <a:cs typeface="+mn-lt"/>
              </a:rPr>
              <a:t>assess increased demand based on fitness for surgery</a:t>
            </a:r>
          </a:p>
        </p:txBody>
      </p:sp>
      <p:sp>
        <p:nvSpPr>
          <p:cNvPr id="5" name="Slide Number Placeholder 4">
            <a:extLst>
              <a:ext uri="{FF2B5EF4-FFF2-40B4-BE49-F238E27FC236}">
                <a16:creationId xmlns:a16="http://schemas.microsoft.com/office/drawing/2014/main" id="{6DF6B9A2-095B-D4AF-CA84-01CBAC5E432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Tree>
    <p:extLst>
      <p:ext uri="{BB962C8B-B14F-4D97-AF65-F5344CB8AC3E}">
        <p14:creationId xmlns:p14="http://schemas.microsoft.com/office/powerpoint/2010/main" val="226732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6A4A676F-3E7C-7369-A2B8-436D840CA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6BE56-6A61-BA17-25CD-346CF444A0A3}"/>
              </a:ext>
            </a:extLst>
          </p:cNvPr>
          <p:cNvSpPr>
            <a:spLocks noGrp="1"/>
          </p:cNvSpPr>
          <p:nvPr>
            <p:ph type="title"/>
          </p:nvPr>
        </p:nvSpPr>
        <p:spPr>
          <a:xfrm>
            <a:off x="921180" y="436751"/>
            <a:ext cx="10058400" cy="777239"/>
          </a:xfrm>
        </p:spPr>
        <p:txBody>
          <a:bodyPr>
            <a:noAutofit/>
          </a:bodyPr>
          <a:lstStyle/>
          <a:p>
            <a:r>
              <a:rPr lang="en-GB" sz="2800" b="1" dirty="0"/>
              <a:t>Exploratory Analysis – weight loss prescriptions</a:t>
            </a:r>
          </a:p>
        </p:txBody>
      </p:sp>
      <p:sp>
        <p:nvSpPr>
          <p:cNvPr id="4" name="Content Placeholder 3">
            <a:extLst>
              <a:ext uri="{FF2B5EF4-FFF2-40B4-BE49-F238E27FC236}">
                <a16:creationId xmlns:a16="http://schemas.microsoft.com/office/drawing/2014/main" id="{2059F1F0-24C9-FA59-BC31-9B4F7FB2BE2B}"/>
              </a:ext>
            </a:extLst>
          </p:cNvPr>
          <p:cNvSpPr>
            <a:spLocks noGrp="1"/>
          </p:cNvSpPr>
          <p:nvPr>
            <p:ph sz="quarter" idx="13"/>
          </p:nvPr>
        </p:nvSpPr>
        <p:spPr>
          <a:xfrm>
            <a:off x="1011975" y="1914452"/>
            <a:ext cx="10052050" cy="4754563"/>
          </a:xfrm>
        </p:spPr>
        <p:txBody>
          <a:bodyPr vert="horz" lIns="91440" tIns="45720" rIns="91440" bIns="45720" rtlCol="0" anchor="t">
            <a:normAutofit/>
          </a:bodyPr>
          <a:lstStyle/>
          <a:p>
            <a:pPr marL="457200" indent="-457200">
              <a:buFont typeface="+mj-lt"/>
              <a:buAutoNum type="arabicPeriod"/>
            </a:pPr>
            <a:endParaRPr lang="en-GB" sz="2000" dirty="0">
              <a:ea typeface="+mn-lt"/>
              <a:cs typeface="+mn-lt"/>
            </a:endParaRPr>
          </a:p>
          <a:p>
            <a:pPr marL="0" indent="0">
              <a:buNone/>
            </a:pPr>
            <a:endParaRPr lang="en-GB" dirty="0"/>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81398C25-9EC9-A519-771C-0B920FF0EDC8}"/>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
        <p:nvSpPr>
          <p:cNvPr id="3" name="Content Placeholder 3">
            <a:extLst>
              <a:ext uri="{FF2B5EF4-FFF2-40B4-BE49-F238E27FC236}">
                <a16:creationId xmlns:a16="http://schemas.microsoft.com/office/drawing/2014/main" id="{029B8BD9-9B07-54FE-7C27-1E8E51F866B4}"/>
              </a:ext>
            </a:extLst>
          </p:cNvPr>
          <p:cNvSpPr txBox="1">
            <a:spLocks/>
          </p:cNvSpPr>
          <p:nvPr/>
        </p:nvSpPr>
        <p:spPr>
          <a:xfrm>
            <a:off x="1093529" y="1051718"/>
            <a:ext cx="10052050"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ea typeface="+mn-lt"/>
                <a:cs typeface="+mn-lt"/>
              </a:rPr>
              <a:t>Process developed to collate and visualise historic weight loss drug prescriptions data from the </a:t>
            </a:r>
            <a:r>
              <a:rPr lang="en-GB" sz="1800" dirty="0">
                <a:ea typeface="+mn-lt"/>
                <a:cs typeface="+mn-lt"/>
                <a:hlinkClick r:id="rId2"/>
              </a:rPr>
              <a:t>General Practice Prescribing Data Extract</a:t>
            </a:r>
            <a:endParaRPr lang="en-GB" sz="1800" dirty="0">
              <a:ea typeface="+mn-lt"/>
              <a:cs typeface="+mn-lt"/>
            </a:endParaRPr>
          </a:p>
          <a:p>
            <a:r>
              <a:rPr lang="en-GB" sz="1800" dirty="0">
                <a:ea typeface="+mn-lt"/>
                <a:cs typeface="+mn-lt"/>
              </a:rPr>
              <a:t>Additional information added on to map data back to health board level</a:t>
            </a:r>
          </a:p>
          <a:p>
            <a:r>
              <a:rPr lang="en-GB" sz="1800" dirty="0">
                <a:ea typeface="+mn-lt"/>
                <a:cs typeface="+mn-lt"/>
              </a:rPr>
              <a:t>Prototype dashboard created to analyse trends for different weight loss drugs and differences across health boards</a:t>
            </a:r>
            <a:endParaRPr lang="en-GB" sz="1800" dirty="0"/>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p:txBody>
      </p:sp>
      <p:sp>
        <p:nvSpPr>
          <p:cNvPr id="14" name="Content Placeholder 3">
            <a:extLst>
              <a:ext uri="{FF2B5EF4-FFF2-40B4-BE49-F238E27FC236}">
                <a16:creationId xmlns:a16="http://schemas.microsoft.com/office/drawing/2014/main" id="{BA832C32-B02F-4055-8AD6-2B76E12F66B1}"/>
              </a:ext>
            </a:extLst>
          </p:cNvPr>
          <p:cNvSpPr txBox="1">
            <a:spLocks/>
          </p:cNvSpPr>
          <p:nvPr/>
        </p:nvSpPr>
        <p:spPr>
          <a:xfrm>
            <a:off x="1075251" y="3125938"/>
            <a:ext cx="4120866"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b="1" dirty="0">
                <a:ea typeface="+mn-lt"/>
                <a:cs typeface="+mn-lt"/>
              </a:rPr>
              <a:t>Findings:</a:t>
            </a:r>
          </a:p>
          <a:p>
            <a:r>
              <a:rPr lang="en-GB" sz="1800" dirty="0">
                <a:ea typeface="+mn-lt"/>
                <a:cs typeface="+mn-lt"/>
              </a:rPr>
              <a:t>Recent increasing trend after a decline in prescriptions through 2023</a:t>
            </a:r>
          </a:p>
          <a:p>
            <a:r>
              <a:rPr lang="en-GB" sz="1800" dirty="0">
                <a:ea typeface="+mn-lt"/>
                <a:cs typeface="+mn-lt"/>
              </a:rPr>
              <a:t>Prescriptions by drug name and health board analysed to understand drivers of trend</a:t>
            </a:r>
            <a:endParaRPr lang="en-GB" sz="1200" dirty="0"/>
          </a:p>
        </p:txBody>
      </p:sp>
      <p:pic>
        <p:nvPicPr>
          <p:cNvPr id="8" name="Picture 7">
            <a:extLst>
              <a:ext uri="{FF2B5EF4-FFF2-40B4-BE49-F238E27FC236}">
                <a16:creationId xmlns:a16="http://schemas.microsoft.com/office/drawing/2014/main" id="{37F0BDDA-80B2-5464-1D24-568F39D5AA0D}"/>
              </a:ext>
            </a:extLst>
          </p:cNvPr>
          <p:cNvPicPr>
            <a:picLocks noChangeAspect="1"/>
          </p:cNvPicPr>
          <p:nvPr/>
        </p:nvPicPr>
        <p:blipFill>
          <a:blip r:embed="rId3"/>
          <a:stretch>
            <a:fillRect/>
          </a:stretch>
        </p:blipFill>
        <p:spPr>
          <a:xfrm>
            <a:off x="5363150" y="3185201"/>
            <a:ext cx="5753599" cy="2953006"/>
          </a:xfrm>
          <a:prstGeom prst="rect">
            <a:avLst/>
          </a:prstGeom>
        </p:spPr>
      </p:pic>
    </p:spTree>
    <p:extLst>
      <p:ext uri="{BB962C8B-B14F-4D97-AF65-F5344CB8AC3E}">
        <p14:creationId xmlns:p14="http://schemas.microsoft.com/office/powerpoint/2010/main" val="3067281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428469F8-0888-8AB4-4013-FA930C3CA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82638-1CA4-4F79-ED88-65D82A807BFD}"/>
              </a:ext>
            </a:extLst>
          </p:cNvPr>
          <p:cNvSpPr>
            <a:spLocks noGrp="1"/>
          </p:cNvSpPr>
          <p:nvPr>
            <p:ph type="title"/>
          </p:nvPr>
        </p:nvSpPr>
        <p:spPr>
          <a:xfrm>
            <a:off x="921180" y="436751"/>
            <a:ext cx="10058400" cy="777239"/>
          </a:xfrm>
        </p:spPr>
        <p:txBody>
          <a:bodyPr>
            <a:noAutofit/>
          </a:bodyPr>
          <a:lstStyle/>
          <a:p>
            <a:r>
              <a:rPr lang="en-GB" sz="2800" b="1" dirty="0"/>
              <a:t>Exploratory Analysis – weight loss prescriptions</a:t>
            </a:r>
          </a:p>
        </p:txBody>
      </p:sp>
      <p:sp>
        <p:nvSpPr>
          <p:cNvPr id="4" name="Content Placeholder 3">
            <a:extLst>
              <a:ext uri="{FF2B5EF4-FFF2-40B4-BE49-F238E27FC236}">
                <a16:creationId xmlns:a16="http://schemas.microsoft.com/office/drawing/2014/main" id="{8755DAB7-54C9-BE6C-A98C-AC1CD52E461C}"/>
              </a:ext>
            </a:extLst>
          </p:cNvPr>
          <p:cNvSpPr>
            <a:spLocks noGrp="1"/>
          </p:cNvSpPr>
          <p:nvPr>
            <p:ph sz="quarter" idx="13"/>
          </p:nvPr>
        </p:nvSpPr>
        <p:spPr>
          <a:xfrm>
            <a:off x="1011975" y="1914452"/>
            <a:ext cx="10052050" cy="4754563"/>
          </a:xfrm>
        </p:spPr>
        <p:txBody>
          <a:bodyPr vert="horz" lIns="91440" tIns="45720" rIns="91440" bIns="45720" rtlCol="0" anchor="t">
            <a:normAutofit/>
          </a:bodyPr>
          <a:lstStyle/>
          <a:p>
            <a:pPr marL="457200" indent="-457200">
              <a:buFont typeface="+mj-lt"/>
              <a:buAutoNum type="arabicPeriod"/>
            </a:pPr>
            <a:endParaRPr lang="en-GB" sz="2000" dirty="0">
              <a:ea typeface="+mn-lt"/>
              <a:cs typeface="+mn-lt"/>
            </a:endParaRPr>
          </a:p>
          <a:p>
            <a:pPr marL="0" indent="0">
              <a:buNone/>
            </a:pPr>
            <a:endParaRPr lang="en-GB" dirty="0"/>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4C059763-5B87-EF06-DB8B-766DD8A7455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
        <p:nvSpPr>
          <p:cNvPr id="3" name="Content Placeholder 3">
            <a:extLst>
              <a:ext uri="{FF2B5EF4-FFF2-40B4-BE49-F238E27FC236}">
                <a16:creationId xmlns:a16="http://schemas.microsoft.com/office/drawing/2014/main" id="{C7B3C066-000B-1BD9-A61B-3345AB1A13FF}"/>
              </a:ext>
            </a:extLst>
          </p:cNvPr>
          <p:cNvSpPr txBox="1">
            <a:spLocks/>
          </p:cNvSpPr>
          <p:nvPr/>
        </p:nvSpPr>
        <p:spPr>
          <a:xfrm>
            <a:off x="1093529" y="1051718"/>
            <a:ext cx="5168375"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None/>
              <a:tabLst/>
              <a:defRPr/>
            </a:pPr>
            <a:r>
              <a:rPr kumimoji="0" lang="en-GB" sz="1800" b="1" i="0" u="none" strike="noStrike" kern="1200" cap="none" spc="0" normalizeH="0" baseline="0" noProof="0" dirty="0">
                <a:ln>
                  <a:noFill/>
                </a:ln>
                <a:solidFill>
                  <a:srgbClr val="2C2F21"/>
                </a:solidFill>
                <a:effectLst/>
                <a:uLnTx/>
                <a:uFillTx/>
                <a:latin typeface="Bahnschrift Light"/>
                <a:ea typeface="+mn-lt"/>
                <a:cs typeface="+mn-lt"/>
              </a:rPr>
              <a:t>Findings:</a:t>
            </a:r>
          </a:p>
          <a:p>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Recent increase driven by Tirzepatide prescriptions (brand name: </a:t>
            </a:r>
            <a:r>
              <a:rPr kumimoji="0" lang="en-GB" sz="1800" b="0" i="0" u="none" strike="noStrike" kern="1200" cap="none" spc="0" normalizeH="0" baseline="0" noProof="0" dirty="0" err="1">
                <a:ln>
                  <a:noFill/>
                </a:ln>
                <a:solidFill>
                  <a:srgbClr val="2C2F21"/>
                </a:solidFill>
                <a:effectLst/>
                <a:uLnTx/>
                <a:uFillTx/>
                <a:latin typeface="Bahnschrift Light"/>
                <a:ea typeface="+mn-lt"/>
                <a:cs typeface="+mn-lt"/>
              </a:rPr>
              <a:t>Mounjaro</a:t>
            </a:r>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a:t>
            </a:r>
          </a:p>
          <a:p>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Swansea Bay, Cardiff and Vale, Cwm Taf increasing prescription levels but declining trend in Aneurin Bevan and Hywel Dda</a:t>
            </a:r>
          </a:p>
          <a:p>
            <a:pPr marL="457200" marR="0" lvl="0" indent="-457200" algn="l" defTabSz="914400" rtl="0" eaLnBrk="1" fontAlgn="auto" latinLnBrk="0" hangingPunct="1">
              <a:lnSpc>
                <a:spcPct val="100000"/>
              </a:lnSpc>
              <a:spcBef>
                <a:spcPts val="1000"/>
              </a:spcBef>
              <a:spcAft>
                <a:spcPts val="0"/>
              </a:spcAft>
              <a:buClrTx/>
              <a:buSzTx/>
              <a:buFont typeface="+mj-lt"/>
              <a:buAutoNum type="arabicPeriod"/>
              <a:tabLst/>
              <a:defRPr/>
            </a:pPr>
            <a:endParaRPr kumimoji="0" lang="en-GB" sz="1800" b="0" i="0" u="none" strike="noStrike" kern="1200" cap="none" spc="0" normalizeH="0" baseline="0" noProof="0" dirty="0">
              <a:ln>
                <a:noFill/>
              </a:ln>
              <a:solidFill>
                <a:srgbClr val="2C2F21"/>
              </a:solidFill>
              <a:effectLst/>
              <a:uLnTx/>
              <a:uFillTx/>
              <a:latin typeface="Bahnschrift Light"/>
              <a:ea typeface="+mn-lt"/>
              <a:cs typeface="+mn-lt"/>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rgbClr val="2C2F21"/>
              </a:solidFill>
              <a:effectLst/>
              <a:uLnTx/>
              <a:uFillTx/>
              <a:latin typeface="Bahnschrift Light"/>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rgbClr val="2C2F21"/>
              </a:solidFill>
              <a:effectLst/>
              <a:uLnTx/>
              <a:uFillTx/>
              <a:latin typeface="Bahnschrift Light"/>
              <a:ea typeface="+mn-ea"/>
              <a:cs typeface="+mn-cs"/>
            </a:endParaRPr>
          </a:p>
        </p:txBody>
      </p:sp>
      <p:pic>
        <p:nvPicPr>
          <p:cNvPr id="9" name="Picture 8">
            <a:extLst>
              <a:ext uri="{FF2B5EF4-FFF2-40B4-BE49-F238E27FC236}">
                <a16:creationId xmlns:a16="http://schemas.microsoft.com/office/drawing/2014/main" id="{D89A1DE7-2E83-E235-BE39-509818C0AC49}"/>
              </a:ext>
            </a:extLst>
          </p:cNvPr>
          <p:cNvPicPr>
            <a:picLocks noChangeAspect="1"/>
          </p:cNvPicPr>
          <p:nvPr/>
        </p:nvPicPr>
        <p:blipFill>
          <a:blip r:embed="rId2"/>
          <a:stretch>
            <a:fillRect/>
          </a:stretch>
        </p:blipFill>
        <p:spPr>
          <a:xfrm>
            <a:off x="1181109" y="3522339"/>
            <a:ext cx="5080795" cy="2715309"/>
          </a:xfrm>
          <a:prstGeom prst="rect">
            <a:avLst/>
          </a:prstGeom>
        </p:spPr>
      </p:pic>
      <p:pic>
        <p:nvPicPr>
          <p:cNvPr id="10" name="Picture 9">
            <a:extLst>
              <a:ext uri="{FF2B5EF4-FFF2-40B4-BE49-F238E27FC236}">
                <a16:creationId xmlns:a16="http://schemas.microsoft.com/office/drawing/2014/main" id="{B413FDC6-683F-4373-0FF3-C459FCEFB51C}"/>
              </a:ext>
            </a:extLst>
          </p:cNvPr>
          <p:cNvPicPr>
            <a:picLocks noChangeAspect="1"/>
          </p:cNvPicPr>
          <p:nvPr/>
        </p:nvPicPr>
        <p:blipFill>
          <a:blip r:embed="rId3"/>
          <a:stretch>
            <a:fillRect/>
          </a:stretch>
        </p:blipFill>
        <p:spPr>
          <a:xfrm>
            <a:off x="6460883" y="3522340"/>
            <a:ext cx="4863609" cy="2670216"/>
          </a:xfrm>
          <a:prstGeom prst="rect">
            <a:avLst/>
          </a:prstGeom>
        </p:spPr>
      </p:pic>
      <p:pic>
        <p:nvPicPr>
          <p:cNvPr id="12" name="Picture 11">
            <a:extLst>
              <a:ext uri="{FF2B5EF4-FFF2-40B4-BE49-F238E27FC236}">
                <a16:creationId xmlns:a16="http://schemas.microsoft.com/office/drawing/2014/main" id="{5BFEFAA9-471A-CFF2-EB7C-DD01F5734E98}"/>
              </a:ext>
            </a:extLst>
          </p:cNvPr>
          <p:cNvPicPr>
            <a:picLocks noChangeAspect="1"/>
          </p:cNvPicPr>
          <p:nvPr/>
        </p:nvPicPr>
        <p:blipFill>
          <a:blip r:embed="rId4"/>
          <a:stretch>
            <a:fillRect/>
          </a:stretch>
        </p:blipFill>
        <p:spPr>
          <a:xfrm>
            <a:off x="6455096" y="1006997"/>
            <a:ext cx="4891807" cy="2422002"/>
          </a:xfrm>
          <a:prstGeom prst="rect">
            <a:avLst/>
          </a:prstGeom>
        </p:spPr>
      </p:pic>
    </p:spTree>
    <p:extLst>
      <p:ext uri="{BB962C8B-B14F-4D97-AF65-F5344CB8AC3E}">
        <p14:creationId xmlns:p14="http://schemas.microsoft.com/office/powerpoint/2010/main" val="2499243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8C1E7DF9-476D-3526-EB7C-06438E3AB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06C7A-941B-0D99-1AFA-2D03082EB857}"/>
              </a:ext>
            </a:extLst>
          </p:cNvPr>
          <p:cNvSpPr>
            <a:spLocks noGrp="1"/>
          </p:cNvSpPr>
          <p:nvPr>
            <p:ph type="title"/>
          </p:nvPr>
        </p:nvSpPr>
        <p:spPr>
          <a:xfrm>
            <a:off x="921180" y="436751"/>
            <a:ext cx="10058400" cy="777239"/>
          </a:xfrm>
        </p:spPr>
        <p:txBody>
          <a:bodyPr>
            <a:noAutofit/>
          </a:bodyPr>
          <a:lstStyle/>
          <a:p>
            <a:r>
              <a:rPr lang="en-GB" sz="2800" b="1" dirty="0"/>
              <a:t>Exploratory Analysis – Orthopaedics referrals</a:t>
            </a:r>
          </a:p>
        </p:txBody>
      </p:sp>
      <p:sp>
        <p:nvSpPr>
          <p:cNvPr id="4" name="Content Placeholder 3">
            <a:extLst>
              <a:ext uri="{FF2B5EF4-FFF2-40B4-BE49-F238E27FC236}">
                <a16:creationId xmlns:a16="http://schemas.microsoft.com/office/drawing/2014/main" id="{16311876-7D8F-3B28-4EBB-91538053E62F}"/>
              </a:ext>
            </a:extLst>
          </p:cNvPr>
          <p:cNvSpPr>
            <a:spLocks noGrp="1"/>
          </p:cNvSpPr>
          <p:nvPr>
            <p:ph sz="quarter" idx="13"/>
          </p:nvPr>
        </p:nvSpPr>
        <p:spPr>
          <a:xfrm>
            <a:off x="1011975" y="1914452"/>
            <a:ext cx="10052050" cy="4754563"/>
          </a:xfrm>
        </p:spPr>
        <p:txBody>
          <a:bodyPr vert="horz" lIns="91440" tIns="45720" rIns="91440" bIns="45720" rtlCol="0" anchor="t">
            <a:normAutofit/>
          </a:bodyPr>
          <a:lstStyle/>
          <a:p>
            <a:pPr marL="457200" indent="-457200">
              <a:buFont typeface="+mj-lt"/>
              <a:buAutoNum type="arabicPeriod"/>
            </a:pPr>
            <a:endParaRPr lang="en-GB" sz="2000" dirty="0">
              <a:ea typeface="+mn-lt"/>
              <a:cs typeface="+mn-lt"/>
            </a:endParaRPr>
          </a:p>
          <a:p>
            <a:pPr marL="0" indent="0">
              <a:buNone/>
            </a:pPr>
            <a:endParaRPr lang="en-GB" dirty="0"/>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01AD232D-7AFF-BD2A-8047-FDF2A591C1E8}"/>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
        <p:nvSpPr>
          <p:cNvPr id="3" name="Content Placeholder 3">
            <a:extLst>
              <a:ext uri="{FF2B5EF4-FFF2-40B4-BE49-F238E27FC236}">
                <a16:creationId xmlns:a16="http://schemas.microsoft.com/office/drawing/2014/main" id="{DF51140B-B53A-5674-6632-ADA66215CCED}"/>
              </a:ext>
            </a:extLst>
          </p:cNvPr>
          <p:cNvSpPr txBox="1">
            <a:spLocks/>
          </p:cNvSpPr>
          <p:nvPr/>
        </p:nvSpPr>
        <p:spPr>
          <a:xfrm>
            <a:off x="1009083" y="3245120"/>
            <a:ext cx="4703024"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800" b="1" i="0" u="none" strike="noStrike" kern="1200" cap="none" spc="0" normalizeH="0" baseline="0" noProof="0" dirty="0">
                <a:ln>
                  <a:noFill/>
                </a:ln>
                <a:solidFill>
                  <a:srgbClr val="2C2F21"/>
                </a:solidFill>
                <a:effectLst/>
                <a:uLnTx/>
                <a:uFillTx/>
                <a:latin typeface="Bahnschrift Light"/>
                <a:ea typeface="+mn-lt"/>
                <a:cs typeface="+mn-lt"/>
              </a:rPr>
              <a:t>Findings:</a:t>
            </a:r>
          </a:p>
          <a:p>
            <a:pPr lvl="0"/>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Overall ‘</a:t>
            </a:r>
            <a:r>
              <a:rPr lang="en-GB" sz="1800" dirty="0">
                <a:ea typeface="+mn-lt"/>
                <a:cs typeface="+mn-lt"/>
              </a:rPr>
              <a:t>Trauma &amp; Orthopaedics’ referrals increased by 15% in 2025 compared to </a:t>
            </a:r>
            <a:r>
              <a:rPr lang="en-GB" sz="1800" dirty="0">
                <a:solidFill>
                  <a:srgbClr val="2C2F21"/>
                </a:solidFill>
                <a:latin typeface="Bahnschrift Light"/>
                <a:ea typeface="+mn-lt"/>
                <a:cs typeface="+mn-lt"/>
              </a:rPr>
              <a:t>2023</a:t>
            </a:r>
          </a:p>
          <a:p>
            <a:pPr lvl="0"/>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All health boards have seen an increase with Cwm Taf, Swansea Bay and Hywel Dda seeing the largest increases during 2025</a:t>
            </a:r>
            <a:endParaRPr kumimoji="0" lang="en-GB" sz="1400" b="0" i="0" u="none" strike="noStrike" kern="1200" cap="none" spc="0" normalizeH="0" baseline="0" noProof="0" dirty="0">
              <a:ln>
                <a:noFill/>
              </a:ln>
              <a:solidFill>
                <a:srgbClr val="2C2F21"/>
              </a:solidFill>
              <a:effectLst/>
              <a:uLnTx/>
              <a:uFillTx/>
              <a:latin typeface="Bahnschrift Light"/>
              <a:ea typeface="+mn-ea"/>
              <a:cs typeface="+mn-cs"/>
            </a:endParaRPr>
          </a:p>
        </p:txBody>
      </p:sp>
      <p:pic>
        <p:nvPicPr>
          <p:cNvPr id="7" name="Picture 6">
            <a:extLst>
              <a:ext uri="{FF2B5EF4-FFF2-40B4-BE49-F238E27FC236}">
                <a16:creationId xmlns:a16="http://schemas.microsoft.com/office/drawing/2014/main" id="{5685824E-6195-6629-CD8D-509104BA01AF}"/>
              </a:ext>
            </a:extLst>
          </p:cNvPr>
          <p:cNvPicPr>
            <a:picLocks noChangeAspect="1"/>
          </p:cNvPicPr>
          <p:nvPr/>
        </p:nvPicPr>
        <p:blipFill>
          <a:blip r:embed="rId3"/>
          <a:stretch>
            <a:fillRect/>
          </a:stretch>
        </p:blipFill>
        <p:spPr>
          <a:xfrm>
            <a:off x="5898661" y="3245120"/>
            <a:ext cx="5420044" cy="3121760"/>
          </a:xfrm>
          <a:prstGeom prst="rect">
            <a:avLst/>
          </a:prstGeom>
        </p:spPr>
      </p:pic>
      <p:sp>
        <p:nvSpPr>
          <p:cNvPr id="10" name="Content Placeholder 3">
            <a:extLst>
              <a:ext uri="{FF2B5EF4-FFF2-40B4-BE49-F238E27FC236}">
                <a16:creationId xmlns:a16="http://schemas.microsoft.com/office/drawing/2014/main" id="{4888C84E-16AF-7EDF-C803-F6A064D51585}"/>
              </a:ext>
            </a:extLst>
          </p:cNvPr>
          <p:cNvSpPr txBox="1">
            <a:spLocks/>
          </p:cNvSpPr>
          <p:nvPr/>
        </p:nvSpPr>
        <p:spPr>
          <a:xfrm>
            <a:off x="1093528" y="1051718"/>
            <a:ext cx="9886051"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ea typeface="+mn-lt"/>
                <a:cs typeface="+mn-lt"/>
              </a:rPr>
              <a:t>Outpatient referrals data by health board sourced from </a:t>
            </a:r>
            <a:r>
              <a:rPr lang="en-GB" sz="1800" dirty="0" err="1">
                <a:ea typeface="+mn-lt"/>
                <a:cs typeface="+mn-lt"/>
              </a:rPr>
              <a:t>StatsWales</a:t>
            </a:r>
            <a:r>
              <a:rPr lang="en-GB" sz="1800" dirty="0">
                <a:ea typeface="+mn-lt"/>
                <a:cs typeface="+mn-lt"/>
              </a:rPr>
              <a:t> here: </a:t>
            </a:r>
            <a:r>
              <a:rPr lang="en-GB" sz="1800" dirty="0">
                <a:hlinkClick r:id="rId4"/>
              </a:rPr>
              <a:t>Outpatient referrals, April 2012 onwards | </a:t>
            </a:r>
            <a:r>
              <a:rPr lang="en-GB" sz="1800" dirty="0" err="1">
                <a:hlinkClick r:id="rId4"/>
              </a:rPr>
              <a:t>StatsWales</a:t>
            </a:r>
            <a:endParaRPr lang="en-GB" sz="1800" dirty="0"/>
          </a:p>
          <a:p>
            <a:r>
              <a:rPr lang="en-GB" sz="1800" dirty="0">
                <a:ea typeface="+mn-lt"/>
                <a:cs typeface="+mn-lt"/>
              </a:rPr>
              <a:t>Filtered on speciality ‘Trauma &amp; Orthopaedics’ for past 3 years to compare with weight loss prescription trends</a:t>
            </a:r>
          </a:p>
          <a:p>
            <a:r>
              <a:rPr lang="en-GB" sz="1800" dirty="0">
                <a:ea typeface="+mn-lt"/>
                <a:cs typeface="+mn-lt"/>
              </a:rPr>
              <a:t>No further breakdown available beneath this – ideally could filter this by GP cluster and to capture referrals with known links to obesity levels</a:t>
            </a:r>
            <a:endParaRPr lang="en-GB" dirty="0"/>
          </a:p>
        </p:txBody>
      </p:sp>
    </p:spTree>
    <p:extLst>
      <p:ext uri="{BB962C8B-B14F-4D97-AF65-F5344CB8AC3E}">
        <p14:creationId xmlns:p14="http://schemas.microsoft.com/office/powerpoint/2010/main" val="142215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C9D1197B-8FC0-5F42-25FC-54A32F237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C478E-438D-A824-BB72-BF92C72BB6B5}"/>
              </a:ext>
            </a:extLst>
          </p:cNvPr>
          <p:cNvSpPr>
            <a:spLocks noGrp="1"/>
          </p:cNvSpPr>
          <p:nvPr>
            <p:ph type="title"/>
          </p:nvPr>
        </p:nvSpPr>
        <p:spPr>
          <a:xfrm>
            <a:off x="921180" y="436751"/>
            <a:ext cx="10058400" cy="777239"/>
          </a:xfrm>
        </p:spPr>
        <p:txBody>
          <a:bodyPr>
            <a:noAutofit/>
          </a:bodyPr>
          <a:lstStyle/>
          <a:p>
            <a:r>
              <a:rPr lang="en-GB" sz="2800" b="1" dirty="0"/>
              <a:t>Exploratory Analysis – obesity levels</a:t>
            </a:r>
          </a:p>
        </p:txBody>
      </p:sp>
      <p:sp>
        <p:nvSpPr>
          <p:cNvPr id="4" name="Content Placeholder 3">
            <a:extLst>
              <a:ext uri="{FF2B5EF4-FFF2-40B4-BE49-F238E27FC236}">
                <a16:creationId xmlns:a16="http://schemas.microsoft.com/office/drawing/2014/main" id="{F2EF71AB-37CB-1CF9-ED87-7EDEA270DC5B}"/>
              </a:ext>
            </a:extLst>
          </p:cNvPr>
          <p:cNvSpPr>
            <a:spLocks noGrp="1"/>
          </p:cNvSpPr>
          <p:nvPr>
            <p:ph sz="quarter" idx="13"/>
          </p:nvPr>
        </p:nvSpPr>
        <p:spPr>
          <a:xfrm>
            <a:off x="1011975" y="1914452"/>
            <a:ext cx="10052050" cy="4754563"/>
          </a:xfrm>
        </p:spPr>
        <p:txBody>
          <a:bodyPr vert="horz" lIns="91440" tIns="45720" rIns="91440" bIns="45720" rtlCol="0" anchor="t">
            <a:normAutofit/>
          </a:bodyPr>
          <a:lstStyle/>
          <a:p>
            <a:pPr marL="457200" indent="-457200">
              <a:buFont typeface="+mj-lt"/>
              <a:buAutoNum type="arabicPeriod"/>
            </a:pPr>
            <a:endParaRPr lang="en-GB" sz="2000" dirty="0">
              <a:ea typeface="+mn-lt"/>
              <a:cs typeface="+mn-lt"/>
            </a:endParaRPr>
          </a:p>
          <a:p>
            <a:pPr marL="0" indent="0">
              <a:buNone/>
            </a:pPr>
            <a:endParaRPr lang="en-GB" dirty="0"/>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2AB5ABD7-46D1-C460-88C6-940BA911249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
        <p:nvSpPr>
          <p:cNvPr id="3" name="Content Placeholder 3">
            <a:extLst>
              <a:ext uri="{FF2B5EF4-FFF2-40B4-BE49-F238E27FC236}">
                <a16:creationId xmlns:a16="http://schemas.microsoft.com/office/drawing/2014/main" id="{E6003F1B-227F-68EB-6279-CEE47D8A2BC0}"/>
              </a:ext>
            </a:extLst>
          </p:cNvPr>
          <p:cNvSpPr txBox="1">
            <a:spLocks/>
          </p:cNvSpPr>
          <p:nvPr/>
        </p:nvSpPr>
        <p:spPr>
          <a:xfrm>
            <a:off x="1054198" y="3187248"/>
            <a:ext cx="5135116"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800" b="1" i="0" u="none" strike="noStrike" kern="1200" cap="none" spc="0" normalizeH="0" baseline="0" noProof="0" dirty="0">
                <a:ln>
                  <a:noFill/>
                </a:ln>
                <a:solidFill>
                  <a:srgbClr val="2C2F21"/>
                </a:solidFill>
                <a:effectLst/>
                <a:uLnTx/>
                <a:uFillTx/>
                <a:latin typeface="Bahnschrift Light"/>
                <a:ea typeface="+mn-lt"/>
                <a:cs typeface="+mn-lt"/>
              </a:rPr>
              <a:t>Findings:</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All health boards had </a:t>
            </a:r>
            <a:r>
              <a:rPr lang="en-GB" sz="1800" dirty="0">
                <a:solidFill>
                  <a:srgbClr val="2C2F21"/>
                </a:solidFill>
                <a:latin typeface="Bahnschrift Light"/>
                <a:ea typeface="+mn-lt"/>
                <a:cs typeface="+mn-lt"/>
              </a:rPr>
              <a:t>an </a:t>
            </a:r>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increase in patients on the obesity register over past 6 yrs</a:t>
            </a:r>
          </a:p>
          <a:p>
            <a:pPr lvl="0"/>
            <a:r>
              <a:rPr lang="en-GB" sz="1800" dirty="0">
                <a:solidFill>
                  <a:srgbClr val="2C2F21"/>
                </a:solidFill>
                <a:latin typeface="Bahnschrift Light"/>
                <a:ea typeface="+mn-lt"/>
                <a:cs typeface="+mn-lt"/>
              </a:rPr>
              <a:t>400,000 patients currently on register across Wales so potential for </a:t>
            </a:r>
            <a:r>
              <a:rPr lang="en-GB" sz="1800" dirty="0">
                <a:solidFill>
                  <a:srgbClr val="2C2F21"/>
                </a:solidFill>
                <a:ea typeface="+mn-lt"/>
                <a:cs typeface="+mn-lt"/>
              </a:rPr>
              <a:t>weight loss drug </a:t>
            </a:r>
            <a:r>
              <a:rPr lang="en-GB" sz="1800" dirty="0">
                <a:solidFill>
                  <a:srgbClr val="2C2F21"/>
                </a:solidFill>
                <a:latin typeface="Bahnschrift Light"/>
                <a:ea typeface="+mn-lt"/>
                <a:cs typeface="+mn-lt"/>
              </a:rPr>
              <a:t>prescriptions to increase from current levels depending on any changes to guidance</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Other factors</a:t>
            </a:r>
            <a:r>
              <a:rPr lang="en-GB" sz="1800" dirty="0">
                <a:solidFill>
                  <a:srgbClr val="2C2F21"/>
                </a:solidFill>
                <a:latin typeface="Bahnschrift Light"/>
                <a:ea typeface="+mn-lt"/>
                <a:cs typeface="+mn-lt"/>
              </a:rPr>
              <a:t> behind increase in obesity levels and any other interventions planned need exploring</a:t>
            </a:r>
            <a:endParaRPr kumimoji="0" lang="en-GB" sz="1400" b="0" i="0" u="none" strike="noStrike" kern="1200" cap="none" spc="0" normalizeH="0" baseline="0" noProof="0" dirty="0">
              <a:ln>
                <a:noFill/>
              </a:ln>
              <a:solidFill>
                <a:srgbClr val="2C2F21"/>
              </a:solidFill>
              <a:effectLst/>
              <a:uLnTx/>
              <a:uFillTx/>
              <a:latin typeface="Bahnschrift Light"/>
              <a:ea typeface="+mn-ea"/>
              <a:cs typeface="+mn-cs"/>
            </a:endParaRPr>
          </a:p>
        </p:txBody>
      </p:sp>
      <p:pic>
        <p:nvPicPr>
          <p:cNvPr id="7" name="Picture 6">
            <a:extLst>
              <a:ext uri="{FF2B5EF4-FFF2-40B4-BE49-F238E27FC236}">
                <a16:creationId xmlns:a16="http://schemas.microsoft.com/office/drawing/2014/main" id="{5021B1C3-4F56-09A9-AEE2-3AC447F5AAB8}"/>
              </a:ext>
            </a:extLst>
          </p:cNvPr>
          <p:cNvPicPr>
            <a:picLocks noChangeAspect="1"/>
          </p:cNvPicPr>
          <p:nvPr/>
        </p:nvPicPr>
        <p:blipFill>
          <a:blip r:embed="rId3"/>
          <a:stretch>
            <a:fillRect/>
          </a:stretch>
        </p:blipFill>
        <p:spPr>
          <a:xfrm>
            <a:off x="6231537" y="3331931"/>
            <a:ext cx="5087168" cy="3052301"/>
          </a:xfrm>
          <a:prstGeom prst="rect">
            <a:avLst/>
          </a:prstGeom>
        </p:spPr>
      </p:pic>
      <p:sp>
        <p:nvSpPr>
          <p:cNvPr id="10" name="Content Placeholder 3">
            <a:extLst>
              <a:ext uri="{FF2B5EF4-FFF2-40B4-BE49-F238E27FC236}">
                <a16:creationId xmlns:a16="http://schemas.microsoft.com/office/drawing/2014/main" id="{D33CE7F1-3D2F-2A0D-F1EC-66903A65C6CA}"/>
              </a:ext>
            </a:extLst>
          </p:cNvPr>
          <p:cNvSpPr txBox="1">
            <a:spLocks/>
          </p:cNvSpPr>
          <p:nvPr/>
        </p:nvSpPr>
        <p:spPr>
          <a:xfrm>
            <a:off x="1093528" y="1051718"/>
            <a:ext cx="9886051"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ea typeface="+mn-lt"/>
                <a:cs typeface="+mn-lt"/>
              </a:rPr>
              <a:t>Disease registers by local health board, cluster and GP practice: Population registered at each GP practice and population registered with various diseases, including obesity. (</a:t>
            </a:r>
            <a:r>
              <a:rPr lang="en-GB" sz="1800" dirty="0">
                <a:ea typeface="+mn-lt"/>
                <a:cs typeface="+mn-lt"/>
                <a:hlinkClick r:id="rId4"/>
              </a:rPr>
              <a:t>https://stats.gov.wales/en-GB/da26395b-945e-4fad-b886-00cbb565a14a/</a:t>
            </a:r>
            <a:r>
              <a:rPr lang="en-GB" sz="1800" dirty="0">
                <a:ea typeface="+mn-lt"/>
                <a:cs typeface="+mn-lt"/>
              </a:rPr>
              <a:t>)</a:t>
            </a:r>
          </a:p>
          <a:p>
            <a:r>
              <a:rPr lang="en-GB" sz="1800" dirty="0">
                <a:ea typeface="+mn-lt"/>
                <a:cs typeface="+mn-lt"/>
              </a:rPr>
              <a:t>Gives a snapshot of how many patients are on the register in a calendar year, with some years September has been used with more recent years it is taken in April</a:t>
            </a:r>
          </a:p>
          <a:p>
            <a:r>
              <a:rPr lang="en-GB" sz="1800" dirty="0">
                <a:ea typeface="+mn-lt"/>
                <a:cs typeface="+mn-lt"/>
              </a:rPr>
              <a:t>Filtered on register ‘Obesity (patients aged 16+) ’ for past 6 years to look at recent trends</a:t>
            </a:r>
          </a:p>
        </p:txBody>
      </p:sp>
    </p:spTree>
    <p:extLst>
      <p:ext uri="{BB962C8B-B14F-4D97-AF65-F5344CB8AC3E}">
        <p14:creationId xmlns:p14="http://schemas.microsoft.com/office/powerpoint/2010/main" val="1956725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88BBA6A0-20A2-EDDE-EA9F-BF88DDBD6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DD4148-2637-D45A-CB68-879640EAA2F5}"/>
              </a:ext>
            </a:extLst>
          </p:cNvPr>
          <p:cNvSpPr>
            <a:spLocks noGrp="1"/>
          </p:cNvSpPr>
          <p:nvPr>
            <p:ph type="title"/>
          </p:nvPr>
        </p:nvSpPr>
        <p:spPr>
          <a:xfrm>
            <a:off x="921180" y="436751"/>
            <a:ext cx="10058400" cy="777239"/>
          </a:xfrm>
        </p:spPr>
        <p:txBody>
          <a:bodyPr>
            <a:noAutofit/>
          </a:bodyPr>
          <a:lstStyle/>
          <a:p>
            <a:r>
              <a:rPr lang="en-GB" sz="2800" b="1" dirty="0"/>
              <a:t>Exploratory Analysis – Not Fit for surgery</a:t>
            </a:r>
          </a:p>
        </p:txBody>
      </p:sp>
      <p:sp>
        <p:nvSpPr>
          <p:cNvPr id="5" name="Slide Number Placeholder 4">
            <a:extLst>
              <a:ext uri="{FF2B5EF4-FFF2-40B4-BE49-F238E27FC236}">
                <a16:creationId xmlns:a16="http://schemas.microsoft.com/office/drawing/2014/main" id="{23805BE6-6AE3-ADE0-AB17-64C61A95C00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
        <p:nvSpPr>
          <p:cNvPr id="3" name="Content Placeholder 3">
            <a:extLst>
              <a:ext uri="{FF2B5EF4-FFF2-40B4-BE49-F238E27FC236}">
                <a16:creationId xmlns:a16="http://schemas.microsoft.com/office/drawing/2014/main" id="{D772A402-4339-DC69-B102-56B009B8A2BE}"/>
              </a:ext>
            </a:extLst>
          </p:cNvPr>
          <p:cNvSpPr txBox="1">
            <a:spLocks/>
          </p:cNvSpPr>
          <p:nvPr/>
        </p:nvSpPr>
        <p:spPr>
          <a:xfrm>
            <a:off x="1127975" y="3661809"/>
            <a:ext cx="5168375"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800" b="1" i="0" u="none" strike="noStrike" kern="1200" cap="none" spc="0" normalizeH="0" baseline="0" noProof="0" dirty="0">
                <a:ln>
                  <a:noFill/>
                </a:ln>
                <a:solidFill>
                  <a:srgbClr val="2C2F21"/>
                </a:solidFill>
                <a:effectLst/>
                <a:uLnTx/>
                <a:uFillTx/>
                <a:latin typeface="Bahnschrift Light"/>
                <a:ea typeface="+mn-lt"/>
                <a:cs typeface="+mn-lt"/>
              </a:rPr>
              <a:t>Findings:</a:t>
            </a:r>
          </a:p>
          <a:p>
            <a:r>
              <a:rPr lang="en-GB" sz="1800" dirty="0">
                <a:solidFill>
                  <a:srgbClr val="2C2F21"/>
                </a:solidFill>
                <a:latin typeface="Bahnschrift Light"/>
                <a:ea typeface="+mn-lt"/>
                <a:cs typeface="+mn-lt"/>
              </a:rPr>
              <a:t>tbc</a:t>
            </a:r>
            <a:endParaRPr kumimoji="0" lang="en-GB" sz="1800" b="0" i="0" u="none" strike="noStrike" kern="1200" cap="none" spc="0" normalizeH="0" baseline="0" noProof="0" dirty="0">
              <a:ln>
                <a:noFill/>
              </a:ln>
              <a:solidFill>
                <a:srgbClr val="2C2F21"/>
              </a:solidFill>
              <a:effectLst/>
              <a:uLnTx/>
              <a:uFillTx/>
              <a:latin typeface="Bahnschrift Light"/>
              <a:ea typeface="+mn-lt"/>
              <a:cs typeface="+mn-lt"/>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rgbClr val="2C2F21"/>
              </a:solidFill>
              <a:effectLst/>
              <a:uLnTx/>
              <a:uFillTx/>
              <a:latin typeface="Bahnschrift Light"/>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rgbClr val="2C2F21"/>
              </a:solidFill>
              <a:effectLst/>
              <a:uLnTx/>
              <a:uFillTx/>
              <a:latin typeface="Bahnschrift Light"/>
              <a:ea typeface="+mn-ea"/>
              <a:cs typeface="+mn-cs"/>
            </a:endParaRPr>
          </a:p>
        </p:txBody>
      </p:sp>
      <p:sp>
        <p:nvSpPr>
          <p:cNvPr id="7" name="Content Placeholder 3">
            <a:extLst>
              <a:ext uri="{FF2B5EF4-FFF2-40B4-BE49-F238E27FC236}">
                <a16:creationId xmlns:a16="http://schemas.microsoft.com/office/drawing/2014/main" id="{3FE15C91-DABA-ACDA-70B2-C62DAB0CC174}"/>
              </a:ext>
            </a:extLst>
          </p:cNvPr>
          <p:cNvSpPr txBox="1">
            <a:spLocks/>
          </p:cNvSpPr>
          <p:nvPr/>
        </p:nvSpPr>
        <p:spPr>
          <a:xfrm>
            <a:off x="1127975" y="1051718"/>
            <a:ext cx="9886051"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ea typeface="+mn-lt"/>
                <a:cs typeface="+mn-lt"/>
              </a:rPr>
              <a:t>No publicly available data found</a:t>
            </a:r>
          </a:p>
          <a:p>
            <a:r>
              <a:rPr lang="en-GB" sz="1800" dirty="0">
                <a:ea typeface="+mn-lt"/>
                <a:cs typeface="+mn-lt"/>
              </a:rPr>
              <a:t>Guidance highlighted ….</a:t>
            </a:r>
          </a:p>
        </p:txBody>
      </p:sp>
    </p:spTree>
    <p:extLst>
      <p:ext uri="{BB962C8B-B14F-4D97-AF65-F5344CB8AC3E}">
        <p14:creationId xmlns:p14="http://schemas.microsoft.com/office/powerpoint/2010/main" val="4186279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2D9FDFB4-98FA-199A-B3BA-F4DBCA3DC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10CDB-59B9-8FD2-B066-82A832AA9EBD}"/>
              </a:ext>
            </a:extLst>
          </p:cNvPr>
          <p:cNvSpPr>
            <a:spLocks noGrp="1"/>
          </p:cNvSpPr>
          <p:nvPr>
            <p:ph type="title"/>
          </p:nvPr>
        </p:nvSpPr>
        <p:spPr>
          <a:xfrm>
            <a:off x="881478" y="420161"/>
            <a:ext cx="10058400" cy="777239"/>
          </a:xfrm>
        </p:spPr>
        <p:txBody>
          <a:bodyPr>
            <a:normAutofit/>
          </a:bodyPr>
          <a:lstStyle/>
          <a:p>
            <a:r>
              <a:rPr lang="en-GB" sz="2800" b="1" dirty="0"/>
              <a:t>Identify gaps in publicly available data</a:t>
            </a:r>
          </a:p>
        </p:txBody>
      </p:sp>
      <p:sp>
        <p:nvSpPr>
          <p:cNvPr id="4" name="Content Placeholder 3">
            <a:extLst>
              <a:ext uri="{FF2B5EF4-FFF2-40B4-BE49-F238E27FC236}">
                <a16:creationId xmlns:a16="http://schemas.microsoft.com/office/drawing/2014/main" id="{B2DD9084-9AB6-C160-F04A-8974B4CB53C9}"/>
              </a:ext>
            </a:extLst>
          </p:cNvPr>
          <p:cNvSpPr>
            <a:spLocks noGrp="1"/>
          </p:cNvSpPr>
          <p:nvPr>
            <p:ph sz="quarter" idx="13"/>
          </p:nvPr>
        </p:nvSpPr>
        <p:spPr>
          <a:xfrm>
            <a:off x="1069975" y="1036514"/>
            <a:ext cx="10052050" cy="5558163"/>
          </a:xfrm>
        </p:spPr>
        <p:txBody>
          <a:bodyPr vert="horz" lIns="91440" tIns="45720" rIns="91440" bIns="45720" rtlCol="0" anchor="t">
            <a:normAutofit/>
          </a:bodyPr>
          <a:lstStyle/>
          <a:p>
            <a:pPr marL="457200" indent="-457200">
              <a:buFont typeface="+mj-lt"/>
              <a:buAutoNum type="arabicPeriod"/>
            </a:pPr>
            <a:r>
              <a:rPr lang="en-GB" sz="1800" dirty="0">
                <a:ea typeface="+mn-lt"/>
                <a:cs typeface="+mn-lt"/>
              </a:rPr>
              <a:t>Outpatient referrals data filtered and broken down to those associated with obesity and at GP cluster level</a:t>
            </a:r>
          </a:p>
          <a:p>
            <a:pPr marL="457200" indent="-457200">
              <a:buFont typeface="+mj-lt"/>
              <a:buAutoNum type="arabicPeriod"/>
            </a:pPr>
            <a:r>
              <a:rPr lang="en-GB" sz="1800" dirty="0">
                <a:ea typeface="+mn-lt"/>
                <a:cs typeface="+mn-lt"/>
              </a:rPr>
              <a:t>Understanding of what referrals could be impacted by reduced obesity levels</a:t>
            </a:r>
          </a:p>
          <a:p>
            <a:pPr marL="457200" indent="-457200">
              <a:buFont typeface="+mj-lt"/>
              <a:buAutoNum type="arabicPeriod"/>
            </a:pPr>
            <a:r>
              <a:rPr lang="en-GB" sz="1800" dirty="0">
                <a:ea typeface="+mn-lt"/>
                <a:cs typeface="+mn-lt"/>
              </a:rPr>
              <a:t>More detailed information around patients on obesity register to understand how many could be suitable for weight loss drugs in the future if there are any changes to the guidance of their use</a:t>
            </a:r>
          </a:p>
          <a:p>
            <a:pPr marL="457200" indent="-457200">
              <a:buFont typeface="+mj-lt"/>
              <a:buAutoNum type="arabicPeriod"/>
            </a:pPr>
            <a:r>
              <a:rPr lang="en-GB" sz="1800" dirty="0">
                <a:ea typeface="+mn-lt"/>
                <a:cs typeface="+mn-lt"/>
              </a:rPr>
              <a:t>No publicly available not fit for surgery data</a:t>
            </a:r>
          </a:p>
        </p:txBody>
      </p:sp>
      <p:sp>
        <p:nvSpPr>
          <p:cNvPr id="5" name="Slide Number Placeholder 4">
            <a:extLst>
              <a:ext uri="{FF2B5EF4-FFF2-40B4-BE49-F238E27FC236}">
                <a16:creationId xmlns:a16="http://schemas.microsoft.com/office/drawing/2014/main" id="{8C9D4172-28A1-E0C5-DB12-F43E6F52562F}"/>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Tree>
    <p:extLst>
      <p:ext uri="{BB962C8B-B14F-4D97-AF65-F5344CB8AC3E}">
        <p14:creationId xmlns:p14="http://schemas.microsoft.com/office/powerpoint/2010/main" val="4269323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FF93542B-B15C-3B0A-BBA2-E950E8F1D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E7A4F-4B82-8104-D8BB-D2A5038D2E10}"/>
              </a:ext>
            </a:extLst>
          </p:cNvPr>
          <p:cNvSpPr>
            <a:spLocks noGrp="1"/>
          </p:cNvSpPr>
          <p:nvPr>
            <p:ph type="title"/>
          </p:nvPr>
        </p:nvSpPr>
        <p:spPr>
          <a:xfrm>
            <a:off x="881478" y="420161"/>
            <a:ext cx="10058400" cy="777239"/>
          </a:xfrm>
        </p:spPr>
        <p:txBody>
          <a:bodyPr>
            <a:normAutofit fontScale="90000"/>
          </a:bodyPr>
          <a:lstStyle/>
          <a:p>
            <a:r>
              <a:rPr lang="en-GB" sz="2800" b="1" dirty="0"/>
              <a:t>method to identify relationship between weight loss drug prescriptions and orthopaedic demand</a:t>
            </a:r>
          </a:p>
        </p:txBody>
      </p:sp>
      <p:sp>
        <p:nvSpPr>
          <p:cNvPr id="5" name="Slide Number Placeholder 4">
            <a:extLst>
              <a:ext uri="{FF2B5EF4-FFF2-40B4-BE49-F238E27FC236}">
                <a16:creationId xmlns:a16="http://schemas.microsoft.com/office/drawing/2014/main" id="{FB7A45F4-17AF-7CB1-ADC0-0C76E3F6AD6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
        <p:nvSpPr>
          <p:cNvPr id="3" name="Content Placeholder 3">
            <a:extLst>
              <a:ext uri="{FF2B5EF4-FFF2-40B4-BE49-F238E27FC236}">
                <a16:creationId xmlns:a16="http://schemas.microsoft.com/office/drawing/2014/main" id="{9F729B78-B6C1-D0FB-078F-4FECC1BC1134}"/>
              </a:ext>
            </a:extLst>
          </p:cNvPr>
          <p:cNvSpPr txBox="1">
            <a:spLocks/>
          </p:cNvSpPr>
          <p:nvPr/>
        </p:nvSpPr>
        <p:spPr>
          <a:xfrm>
            <a:off x="984379" y="1472268"/>
            <a:ext cx="6026449"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ea typeface="+mn-lt"/>
                <a:cs typeface="+mn-lt"/>
              </a:rPr>
              <a:t>Compared the annual number of outpatient referrals for ‘Trauma &amp; Orthopaedics’ against the annual number of weight loss drug prescriptions using a scatter plot</a:t>
            </a:r>
          </a:p>
          <a:p>
            <a:r>
              <a:rPr lang="en-GB" sz="1800" dirty="0">
                <a:ea typeface="+mn-lt"/>
                <a:cs typeface="+mn-lt"/>
              </a:rPr>
              <a:t>Repeated this comparison using monthly data available from both datasets </a:t>
            </a:r>
          </a:p>
        </p:txBody>
      </p:sp>
      <p:pic>
        <p:nvPicPr>
          <p:cNvPr id="8" name="Picture 7">
            <a:extLst>
              <a:ext uri="{FF2B5EF4-FFF2-40B4-BE49-F238E27FC236}">
                <a16:creationId xmlns:a16="http://schemas.microsoft.com/office/drawing/2014/main" id="{24357DF4-37E3-8F18-2402-222B291AA782}"/>
              </a:ext>
            </a:extLst>
          </p:cNvPr>
          <p:cNvPicPr>
            <a:picLocks noChangeAspect="1"/>
          </p:cNvPicPr>
          <p:nvPr/>
        </p:nvPicPr>
        <p:blipFill>
          <a:blip r:embed="rId2"/>
          <a:stretch>
            <a:fillRect/>
          </a:stretch>
        </p:blipFill>
        <p:spPr>
          <a:xfrm>
            <a:off x="7080276" y="1472268"/>
            <a:ext cx="4215673" cy="2292602"/>
          </a:xfrm>
          <a:prstGeom prst="rect">
            <a:avLst/>
          </a:prstGeom>
        </p:spPr>
      </p:pic>
      <p:pic>
        <p:nvPicPr>
          <p:cNvPr id="9" name="Picture 8">
            <a:extLst>
              <a:ext uri="{FF2B5EF4-FFF2-40B4-BE49-F238E27FC236}">
                <a16:creationId xmlns:a16="http://schemas.microsoft.com/office/drawing/2014/main" id="{24C76646-892E-3CF9-B0AE-FCCB49FDFC49}"/>
              </a:ext>
            </a:extLst>
          </p:cNvPr>
          <p:cNvPicPr>
            <a:picLocks noChangeAspect="1"/>
          </p:cNvPicPr>
          <p:nvPr/>
        </p:nvPicPr>
        <p:blipFill>
          <a:blip r:embed="rId3"/>
          <a:stretch>
            <a:fillRect/>
          </a:stretch>
        </p:blipFill>
        <p:spPr>
          <a:xfrm>
            <a:off x="7080276" y="4039738"/>
            <a:ext cx="4057897" cy="2288590"/>
          </a:xfrm>
          <a:prstGeom prst="rect">
            <a:avLst/>
          </a:prstGeom>
        </p:spPr>
      </p:pic>
      <p:sp>
        <p:nvSpPr>
          <p:cNvPr id="10" name="Content Placeholder 3">
            <a:extLst>
              <a:ext uri="{FF2B5EF4-FFF2-40B4-BE49-F238E27FC236}">
                <a16:creationId xmlns:a16="http://schemas.microsoft.com/office/drawing/2014/main" id="{12347A4B-5FAC-7C4B-6781-A0C0053A2CCC}"/>
              </a:ext>
            </a:extLst>
          </p:cNvPr>
          <p:cNvSpPr txBox="1">
            <a:spLocks/>
          </p:cNvSpPr>
          <p:nvPr/>
        </p:nvSpPr>
        <p:spPr>
          <a:xfrm>
            <a:off x="1053827" y="3534488"/>
            <a:ext cx="5591237" cy="4754563"/>
          </a:xfrm>
          <a:prstGeom prst="rect">
            <a:avLst/>
          </a:prstGeom>
        </p:spPr>
        <p:txBody>
          <a:bodyPr vert="horz" lIns="91440" tIns="45720" rIns="91440" bIns="45720" rtlCol="0" anchor="t">
            <a:normAutofit/>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800" b="1" i="0" u="none" strike="noStrike" kern="1200" cap="none" spc="0" normalizeH="0" baseline="0" noProof="0" dirty="0">
                <a:ln>
                  <a:noFill/>
                </a:ln>
                <a:solidFill>
                  <a:srgbClr val="2C2F21"/>
                </a:solidFill>
                <a:effectLst/>
                <a:uLnTx/>
                <a:uFillTx/>
                <a:latin typeface="Bahnschrift Light"/>
                <a:ea typeface="+mn-lt"/>
                <a:cs typeface="+mn-lt"/>
              </a:rPr>
              <a:t>Findings:</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There is a correlation between the number of weight loss drug prescriptions and the number of orthopaedic referrals when comparing these figures at health board levels over the past 3 years</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sz="1800" dirty="0">
                <a:solidFill>
                  <a:srgbClr val="2C2F21"/>
                </a:solidFill>
                <a:latin typeface="Bahnschrift Light"/>
                <a:ea typeface="+mn-lt"/>
                <a:cs typeface="+mn-lt"/>
              </a:rPr>
              <a:t>With the number of referrals increasing as the number of prescriptions gets higher</a:t>
            </a:r>
          </a:p>
        </p:txBody>
      </p:sp>
    </p:spTree>
    <p:extLst>
      <p:ext uri="{BB962C8B-B14F-4D97-AF65-F5344CB8AC3E}">
        <p14:creationId xmlns:p14="http://schemas.microsoft.com/office/powerpoint/2010/main" val="633647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99703112-F263-0842-011E-2EEE4FFDB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6C26B-7AE9-2611-3B03-EEA3727C41EF}"/>
              </a:ext>
            </a:extLst>
          </p:cNvPr>
          <p:cNvSpPr>
            <a:spLocks noGrp="1"/>
          </p:cNvSpPr>
          <p:nvPr>
            <p:ph type="title"/>
          </p:nvPr>
        </p:nvSpPr>
        <p:spPr>
          <a:xfrm>
            <a:off x="881478" y="420161"/>
            <a:ext cx="10058400" cy="777239"/>
          </a:xfrm>
        </p:spPr>
        <p:txBody>
          <a:bodyPr>
            <a:normAutofit fontScale="90000"/>
          </a:bodyPr>
          <a:lstStyle/>
          <a:p>
            <a:r>
              <a:rPr lang="en-GB" sz="2800" b="1" dirty="0"/>
              <a:t>method to identify relationship between weight loss drug prescriptions and orthopaedic demand</a:t>
            </a:r>
          </a:p>
        </p:txBody>
      </p:sp>
      <p:sp>
        <p:nvSpPr>
          <p:cNvPr id="5" name="Slide Number Placeholder 4">
            <a:extLst>
              <a:ext uri="{FF2B5EF4-FFF2-40B4-BE49-F238E27FC236}">
                <a16:creationId xmlns:a16="http://schemas.microsoft.com/office/drawing/2014/main" id="{B1685DC9-CE6D-AE50-1E1C-7B19DA87D2D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
        <p:nvSpPr>
          <p:cNvPr id="3" name="Content Placeholder 3">
            <a:extLst>
              <a:ext uri="{FF2B5EF4-FFF2-40B4-BE49-F238E27FC236}">
                <a16:creationId xmlns:a16="http://schemas.microsoft.com/office/drawing/2014/main" id="{14925705-694D-E8EA-6CF2-2817F0657F16}"/>
              </a:ext>
            </a:extLst>
          </p:cNvPr>
          <p:cNvSpPr txBox="1">
            <a:spLocks/>
          </p:cNvSpPr>
          <p:nvPr/>
        </p:nvSpPr>
        <p:spPr>
          <a:xfrm>
            <a:off x="984379" y="1472268"/>
            <a:ext cx="4322613" cy="4754563"/>
          </a:xfrm>
          <a:prstGeom prst="rect">
            <a:avLst/>
          </a:prstGeom>
        </p:spPr>
        <p:txBody>
          <a:bodyPr vert="horz" lIns="91440" tIns="45720" rIns="91440" bIns="45720" rtlCol="0" anchor="t">
            <a:normAutofit fontScale="92500" lnSpcReduction="10000"/>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Monthly prescriptions were then correlated to referrals for individual health boards</a:t>
            </a:r>
          </a:p>
          <a:p>
            <a:pPr marL="0" marR="0" lvl="0" indent="0" algn="l" defTabSz="914400" rtl="0" eaLnBrk="1" fontAlgn="auto" latinLnBrk="0" hangingPunct="1">
              <a:lnSpc>
                <a:spcPct val="100000"/>
              </a:lnSpc>
              <a:spcBef>
                <a:spcPts val="1000"/>
              </a:spcBef>
              <a:spcAft>
                <a:spcPts val="0"/>
              </a:spcAft>
              <a:buClrTx/>
              <a:buSzTx/>
              <a:buNone/>
              <a:tabLst/>
              <a:defRPr/>
            </a:pPr>
            <a:r>
              <a:rPr lang="en-GB" sz="1800" b="1" dirty="0">
                <a:solidFill>
                  <a:srgbClr val="2C2F21"/>
                </a:solidFill>
                <a:latin typeface="Bahnschrift Light"/>
                <a:ea typeface="+mn-lt"/>
                <a:cs typeface="+mn-lt"/>
              </a:rPr>
              <a:t>Findings:</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sz="1800" dirty="0">
                <a:solidFill>
                  <a:srgbClr val="2C2F21"/>
                </a:solidFill>
                <a:latin typeface="Bahnschrift Light"/>
                <a:ea typeface="+mn-lt"/>
                <a:cs typeface="+mn-lt"/>
              </a:rPr>
              <a:t>This highlighted no relationships for some health boards with others showing some level of positive correlation</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sz="1800" dirty="0">
                <a:solidFill>
                  <a:srgbClr val="2C2F21"/>
                </a:solidFill>
                <a:latin typeface="Bahnschrift Light"/>
                <a:ea typeface="+mn-lt"/>
                <a:cs typeface="+mn-lt"/>
              </a:rPr>
              <a:t>Swansea Bay and Cwm Taf both had a correlation of 0.69, Cardiff and Vale 0.5</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sz="1800" dirty="0">
                <a:solidFill>
                  <a:srgbClr val="2C2F21"/>
                </a:solidFill>
                <a:latin typeface="Bahnschrift Light"/>
                <a:ea typeface="+mn-lt"/>
                <a:cs typeface="+mn-lt"/>
              </a:rPr>
              <a:t>The other 4 health boards had correlations less than 0.21 indicating limited correlation</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The health boards with the largest increase in prescriptions had the strongest correlation</a:t>
            </a:r>
          </a:p>
        </p:txBody>
      </p:sp>
      <p:pic>
        <p:nvPicPr>
          <p:cNvPr id="4" name="Picture 3">
            <a:extLst>
              <a:ext uri="{FF2B5EF4-FFF2-40B4-BE49-F238E27FC236}">
                <a16:creationId xmlns:a16="http://schemas.microsoft.com/office/drawing/2014/main" id="{57BDD9E2-0775-7D20-94A8-E84163FBE1C7}"/>
              </a:ext>
            </a:extLst>
          </p:cNvPr>
          <p:cNvPicPr>
            <a:picLocks noChangeAspect="1"/>
          </p:cNvPicPr>
          <p:nvPr/>
        </p:nvPicPr>
        <p:blipFill>
          <a:blip r:embed="rId3"/>
          <a:stretch>
            <a:fillRect/>
          </a:stretch>
        </p:blipFill>
        <p:spPr>
          <a:xfrm>
            <a:off x="5495325" y="1290581"/>
            <a:ext cx="2779370" cy="1754535"/>
          </a:xfrm>
          <a:prstGeom prst="rect">
            <a:avLst/>
          </a:prstGeom>
        </p:spPr>
      </p:pic>
      <p:pic>
        <p:nvPicPr>
          <p:cNvPr id="7" name="Picture 6">
            <a:extLst>
              <a:ext uri="{FF2B5EF4-FFF2-40B4-BE49-F238E27FC236}">
                <a16:creationId xmlns:a16="http://schemas.microsoft.com/office/drawing/2014/main" id="{667B4B97-55C0-1459-4B97-4C93883E0806}"/>
              </a:ext>
            </a:extLst>
          </p:cNvPr>
          <p:cNvPicPr>
            <a:picLocks noChangeAspect="1"/>
          </p:cNvPicPr>
          <p:nvPr/>
        </p:nvPicPr>
        <p:blipFill>
          <a:blip r:embed="rId4"/>
          <a:stretch>
            <a:fillRect/>
          </a:stretch>
        </p:blipFill>
        <p:spPr>
          <a:xfrm>
            <a:off x="8490362" y="3161920"/>
            <a:ext cx="2717258" cy="1713054"/>
          </a:xfrm>
          <a:prstGeom prst="rect">
            <a:avLst/>
          </a:prstGeom>
        </p:spPr>
      </p:pic>
      <p:pic>
        <p:nvPicPr>
          <p:cNvPr id="8" name="Picture 7">
            <a:extLst>
              <a:ext uri="{FF2B5EF4-FFF2-40B4-BE49-F238E27FC236}">
                <a16:creationId xmlns:a16="http://schemas.microsoft.com/office/drawing/2014/main" id="{8E226FFB-7447-C13D-03AE-8B6C72BC7EA6}"/>
              </a:ext>
            </a:extLst>
          </p:cNvPr>
          <p:cNvPicPr>
            <a:picLocks noChangeAspect="1"/>
          </p:cNvPicPr>
          <p:nvPr/>
        </p:nvPicPr>
        <p:blipFill>
          <a:blip r:embed="rId5"/>
          <a:stretch>
            <a:fillRect/>
          </a:stretch>
        </p:blipFill>
        <p:spPr>
          <a:xfrm>
            <a:off x="5495325" y="3141899"/>
            <a:ext cx="2779370" cy="1752211"/>
          </a:xfrm>
          <a:prstGeom prst="rect">
            <a:avLst/>
          </a:prstGeom>
        </p:spPr>
      </p:pic>
      <p:pic>
        <p:nvPicPr>
          <p:cNvPr id="9" name="Picture 8">
            <a:extLst>
              <a:ext uri="{FF2B5EF4-FFF2-40B4-BE49-F238E27FC236}">
                <a16:creationId xmlns:a16="http://schemas.microsoft.com/office/drawing/2014/main" id="{CF3E6F24-9769-478F-CA52-F4C7FB178AD9}"/>
              </a:ext>
            </a:extLst>
          </p:cNvPr>
          <p:cNvPicPr>
            <a:picLocks noChangeAspect="1"/>
          </p:cNvPicPr>
          <p:nvPr/>
        </p:nvPicPr>
        <p:blipFill>
          <a:blip r:embed="rId6"/>
          <a:stretch>
            <a:fillRect/>
          </a:stretch>
        </p:blipFill>
        <p:spPr>
          <a:xfrm>
            <a:off x="8493767" y="1290581"/>
            <a:ext cx="2717259" cy="1713054"/>
          </a:xfrm>
          <a:prstGeom prst="rect">
            <a:avLst/>
          </a:prstGeom>
        </p:spPr>
      </p:pic>
      <p:pic>
        <p:nvPicPr>
          <p:cNvPr id="10" name="Picture 9">
            <a:extLst>
              <a:ext uri="{FF2B5EF4-FFF2-40B4-BE49-F238E27FC236}">
                <a16:creationId xmlns:a16="http://schemas.microsoft.com/office/drawing/2014/main" id="{284F4E48-1F7C-DFA2-2466-E0BA5EEB7746}"/>
              </a:ext>
            </a:extLst>
          </p:cNvPr>
          <p:cNvPicPr>
            <a:picLocks noChangeAspect="1"/>
          </p:cNvPicPr>
          <p:nvPr/>
        </p:nvPicPr>
        <p:blipFill>
          <a:blip r:embed="rId7"/>
          <a:stretch>
            <a:fillRect/>
          </a:stretch>
        </p:blipFill>
        <p:spPr>
          <a:xfrm>
            <a:off x="5495325" y="4990893"/>
            <a:ext cx="2775689" cy="1752211"/>
          </a:xfrm>
          <a:prstGeom prst="rect">
            <a:avLst/>
          </a:prstGeom>
        </p:spPr>
      </p:pic>
      <p:pic>
        <p:nvPicPr>
          <p:cNvPr id="11" name="Picture 10">
            <a:extLst>
              <a:ext uri="{FF2B5EF4-FFF2-40B4-BE49-F238E27FC236}">
                <a16:creationId xmlns:a16="http://schemas.microsoft.com/office/drawing/2014/main" id="{E7696BC6-44E9-B14A-0E3C-334A2BA4132A}"/>
              </a:ext>
            </a:extLst>
          </p:cNvPr>
          <p:cNvPicPr>
            <a:picLocks noChangeAspect="1"/>
          </p:cNvPicPr>
          <p:nvPr/>
        </p:nvPicPr>
        <p:blipFill>
          <a:blip r:embed="rId8"/>
          <a:stretch>
            <a:fillRect/>
          </a:stretch>
        </p:blipFill>
        <p:spPr>
          <a:xfrm>
            <a:off x="8490362" y="5007309"/>
            <a:ext cx="2717261" cy="1713055"/>
          </a:xfrm>
          <a:prstGeom prst="rect">
            <a:avLst/>
          </a:prstGeom>
        </p:spPr>
      </p:pic>
    </p:spTree>
    <p:extLst>
      <p:ext uri="{BB962C8B-B14F-4D97-AF65-F5344CB8AC3E}">
        <p14:creationId xmlns:p14="http://schemas.microsoft.com/office/powerpoint/2010/main" val="1056669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93839061-3A0A-09D6-2B18-E66E9E2D1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1E9A8-32A5-1223-03DD-D0219F52C405}"/>
              </a:ext>
            </a:extLst>
          </p:cNvPr>
          <p:cNvSpPr>
            <a:spLocks noGrp="1"/>
          </p:cNvSpPr>
          <p:nvPr>
            <p:ph type="title"/>
          </p:nvPr>
        </p:nvSpPr>
        <p:spPr>
          <a:xfrm>
            <a:off x="881478" y="420161"/>
            <a:ext cx="10058400" cy="777239"/>
          </a:xfrm>
        </p:spPr>
        <p:txBody>
          <a:bodyPr>
            <a:normAutofit fontScale="90000"/>
          </a:bodyPr>
          <a:lstStyle/>
          <a:p>
            <a:r>
              <a:rPr lang="en-GB" sz="2800" b="1" dirty="0"/>
              <a:t>method to identify relationship between weight loss drug prescriptions and orthopaedic demand</a:t>
            </a:r>
          </a:p>
        </p:txBody>
      </p:sp>
      <p:sp>
        <p:nvSpPr>
          <p:cNvPr id="5" name="Slide Number Placeholder 4">
            <a:extLst>
              <a:ext uri="{FF2B5EF4-FFF2-40B4-BE49-F238E27FC236}">
                <a16:creationId xmlns:a16="http://schemas.microsoft.com/office/drawing/2014/main" id="{5F7AE21D-FA0A-0218-2A1C-094CFA44E25F}"/>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C057153-B650-4DEB-B370-79DDCFDCE934}" type="slidenum">
              <a:rPr kumimoji="0" lang="en-US" sz="900" b="0" i="0" u="none" strike="noStrike" kern="1200" cap="none" spc="0" normalizeH="0" baseline="0" noProof="0" smtClean="0">
                <a:ln>
                  <a:noFill/>
                </a:ln>
                <a:solidFill>
                  <a:srgbClr val="2C2F21"/>
                </a:solidFill>
                <a:effectLst/>
                <a:uLnTx/>
                <a:uFillTx/>
                <a:latin typeface="Bahnschrift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dirty="0">
              <a:ln>
                <a:noFill/>
              </a:ln>
              <a:solidFill>
                <a:srgbClr val="2C2F21"/>
              </a:solidFill>
              <a:effectLst/>
              <a:uLnTx/>
              <a:uFillTx/>
              <a:latin typeface="Bahnschrift Light"/>
              <a:ea typeface="+mn-ea"/>
              <a:cs typeface="+mn-cs"/>
            </a:endParaRPr>
          </a:p>
        </p:txBody>
      </p:sp>
      <p:sp>
        <p:nvSpPr>
          <p:cNvPr id="3" name="Content Placeholder 3">
            <a:extLst>
              <a:ext uri="{FF2B5EF4-FFF2-40B4-BE49-F238E27FC236}">
                <a16:creationId xmlns:a16="http://schemas.microsoft.com/office/drawing/2014/main" id="{E2A11AB8-69C8-C1C8-983F-9AC1FC421E5E}"/>
              </a:ext>
            </a:extLst>
          </p:cNvPr>
          <p:cNvSpPr txBox="1">
            <a:spLocks/>
          </p:cNvSpPr>
          <p:nvPr/>
        </p:nvSpPr>
        <p:spPr>
          <a:xfrm>
            <a:off x="984379" y="1472268"/>
            <a:ext cx="4322613" cy="4754563"/>
          </a:xfrm>
          <a:prstGeom prst="rect">
            <a:avLst/>
          </a:prstGeom>
        </p:spPr>
        <p:txBody>
          <a:bodyPr vert="horz" lIns="91440" tIns="45720" rIns="91440" bIns="45720" rtlCol="0" anchor="t">
            <a:normAutofit fontScale="92500"/>
          </a:bodyPr>
          <a:lstStyle>
            <a:lvl1pPr marL="285750" indent="-285750" algn="l" defTabSz="914400" rtl="0" eaLnBrk="1" latinLnBrk="0" hangingPunct="1">
              <a:lnSpc>
                <a:spcPct val="10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To help put these results into context the top 15 outpatient referral </a:t>
            </a:r>
            <a:r>
              <a:rPr lang="en-GB" sz="1800" dirty="0">
                <a:solidFill>
                  <a:srgbClr val="2C2F21"/>
                </a:solidFill>
                <a:ea typeface="+mn-lt"/>
                <a:cs typeface="+mn-lt"/>
              </a:rPr>
              <a:t>categories (account for over 80% referrals) were </a:t>
            </a:r>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correlated against the prescription data</a:t>
            </a:r>
          </a:p>
          <a:p>
            <a:pPr marL="0" marR="0" lvl="0" indent="0" algn="l" defTabSz="914400" rtl="0" eaLnBrk="1" fontAlgn="auto" latinLnBrk="0" hangingPunct="1">
              <a:lnSpc>
                <a:spcPct val="100000"/>
              </a:lnSpc>
              <a:spcBef>
                <a:spcPts val="1000"/>
              </a:spcBef>
              <a:spcAft>
                <a:spcPts val="0"/>
              </a:spcAft>
              <a:buClrTx/>
              <a:buSzTx/>
              <a:buNone/>
              <a:tabLst/>
              <a:defRPr/>
            </a:pPr>
            <a:r>
              <a:rPr lang="en-GB" sz="1800" b="1" dirty="0">
                <a:solidFill>
                  <a:srgbClr val="2C2F21"/>
                </a:solidFill>
                <a:latin typeface="Bahnschrift Light"/>
                <a:ea typeface="+mn-lt"/>
                <a:cs typeface="+mn-lt"/>
              </a:rPr>
              <a:t>Findings:</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sz="1800" dirty="0">
                <a:solidFill>
                  <a:srgbClr val="2C2F21"/>
                </a:solidFill>
                <a:latin typeface="Bahnschrift Light"/>
                <a:ea typeface="+mn-lt"/>
                <a:cs typeface="+mn-lt"/>
              </a:rPr>
              <a:t>This showed that the prescriptions had the highest correlation with ‘Trauma &amp; Orthopaedics’ speciality</a:t>
            </a: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2C2F21"/>
                </a:solidFill>
                <a:effectLst/>
                <a:uLnTx/>
                <a:uFillTx/>
                <a:latin typeface="Bahnschrift Light"/>
                <a:ea typeface="+mn-lt"/>
                <a:cs typeface="+mn-lt"/>
              </a:rPr>
              <a:t>When this was repeated for individual health boards the strength of the correlation decreased</a:t>
            </a:r>
          </a:p>
          <a:p>
            <a:pPr lvl="0"/>
            <a:r>
              <a:rPr lang="en-GB" sz="1800" dirty="0">
                <a:solidFill>
                  <a:srgbClr val="2C2F21"/>
                </a:solidFill>
                <a:latin typeface="Bahnschrift Light"/>
                <a:ea typeface="+mn-lt"/>
                <a:cs typeface="+mn-lt"/>
              </a:rPr>
              <a:t>This approach could be repeated with </a:t>
            </a:r>
            <a:r>
              <a:rPr lang="en-GB" sz="1800" dirty="0">
                <a:solidFill>
                  <a:srgbClr val="2C2F21"/>
                </a:solidFill>
                <a:ea typeface="+mn-lt"/>
                <a:cs typeface="+mn-lt"/>
              </a:rPr>
              <a:t>more detailed orthopaedic referral categories</a:t>
            </a:r>
            <a:r>
              <a:rPr lang="en-GB" sz="1800" dirty="0">
                <a:solidFill>
                  <a:srgbClr val="2C2F21"/>
                </a:solidFill>
                <a:latin typeface="Bahnschrift Light"/>
                <a:ea typeface="+mn-lt"/>
                <a:cs typeface="+mn-lt"/>
              </a:rPr>
              <a:t> to help better understand the relationship with prescriptions trends</a:t>
            </a:r>
            <a:endParaRPr kumimoji="0" lang="en-GB" sz="1800" b="0" i="0" u="none" strike="noStrike" kern="1200" cap="none" spc="0" normalizeH="0" baseline="0" noProof="0" dirty="0">
              <a:ln>
                <a:noFill/>
              </a:ln>
              <a:solidFill>
                <a:srgbClr val="2C2F21"/>
              </a:solidFill>
              <a:effectLst/>
              <a:uLnTx/>
              <a:uFillTx/>
              <a:latin typeface="Bahnschrift Light"/>
              <a:ea typeface="+mn-lt"/>
              <a:cs typeface="+mn-lt"/>
            </a:endParaRPr>
          </a:p>
        </p:txBody>
      </p:sp>
      <p:pic>
        <p:nvPicPr>
          <p:cNvPr id="6" name="Picture 5">
            <a:extLst>
              <a:ext uri="{FF2B5EF4-FFF2-40B4-BE49-F238E27FC236}">
                <a16:creationId xmlns:a16="http://schemas.microsoft.com/office/drawing/2014/main" id="{DEA9D9F8-B0E4-6F69-57B7-0394F4613093}"/>
              </a:ext>
            </a:extLst>
          </p:cNvPr>
          <p:cNvPicPr>
            <a:picLocks noChangeAspect="1"/>
          </p:cNvPicPr>
          <p:nvPr/>
        </p:nvPicPr>
        <p:blipFill>
          <a:blip r:embed="rId3"/>
          <a:stretch>
            <a:fillRect/>
          </a:stretch>
        </p:blipFill>
        <p:spPr>
          <a:xfrm>
            <a:off x="5596358" y="1762944"/>
            <a:ext cx="5695950" cy="3827279"/>
          </a:xfrm>
          <a:prstGeom prst="rect">
            <a:avLst/>
          </a:prstGeom>
        </p:spPr>
      </p:pic>
    </p:spTree>
    <p:extLst>
      <p:ext uri="{BB962C8B-B14F-4D97-AF65-F5344CB8AC3E}">
        <p14:creationId xmlns:p14="http://schemas.microsoft.com/office/powerpoint/2010/main" val="2673979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22246-66B2-648A-AD83-20C17D95A2F2}"/>
              </a:ext>
            </a:extLst>
          </p:cNvPr>
          <p:cNvSpPr>
            <a:spLocks noGrp="1"/>
          </p:cNvSpPr>
          <p:nvPr>
            <p:ph type="title"/>
          </p:nvPr>
        </p:nvSpPr>
        <p:spPr/>
        <p:txBody>
          <a:bodyPr/>
          <a:lstStyle/>
          <a:p>
            <a:r>
              <a:rPr lang="en-GB" dirty="0"/>
              <a:t>Litera</a:t>
            </a:r>
            <a:r>
              <a:rPr lang="en-GB"/>
              <a:t>ture Review. </a:t>
            </a:r>
          </a:p>
        </p:txBody>
      </p:sp>
      <p:sp>
        <p:nvSpPr>
          <p:cNvPr id="4" name="Content Placeholder 3">
            <a:extLst>
              <a:ext uri="{FF2B5EF4-FFF2-40B4-BE49-F238E27FC236}">
                <a16:creationId xmlns:a16="http://schemas.microsoft.com/office/drawing/2014/main" id="{4166BCDD-65B6-3DCA-FDB6-BDD30BAAED65}"/>
              </a:ext>
            </a:extLst>
          </p:cNvPr>
          <p:cNvSpPr>
            <a:spLocks noGrp="1"/>
          </p:cNvSpPr>
          <p:nvPr>
            <p:ph sz="quarter" idx="13"/>
          </p:nvPr>
        </p:nvSpPr>
        <p:spPr>
          <a:xfrm>
            <a:off x="1069848" y="1040851"/>
            <a:ext cx="10052050" cy="5341508"/>
          </a:xfrm>
        </p:spPr>
        <p:txBody>
          <a:bodyPr vert="horz" lIns="91440" tIns="45720" rIns="91440" bIns="45720" rtlCol="0" anchor="t">
            <a:normAutofit/>
          </a:bodyPr>
          <a:lstStyle/>
          <a:p>
            <a:pPr marL="0" indent="0">
              <a:buNone/>
            </a:pPr>
            <a:endParaRPr lang="en-GB"/>
          </a:p>
          <a:p>
            <a:pPr marL="0" indent="0">
              <a:buNone/>
            </a:pPr>
            <a:r>
              <a:rPr lang="en-GB" dirty="0">
                <a:hlinkClick r:id="rId2"/>
              </a:rPr>
              <a:t>GLP-1 Agonists and Orthopaedic Surgery: A Review of Their Impact on Bone Metabolism, Wound Healing</a:t>
            </a:r>
            <a:r>
              <a:rPr lang="en-GB" dirty="0"/>
              <a:t> </a:t>
            </a:r>
          </a:p>
          <a:p>
            <a:r>
              <a:rPr lang="en-GB" dirty="0"/>
              <a:t>Literature review of GLP-1RAs and orthopaedic surgery which looks at GLP-1RAs potentially improving bone metabolism, wound healing and surgical outcomes (e.g. reduction in post-surgery infection prevalence and reduction in readmissions). </a:t>
            </a:r>
          </a:p>
          <a:p>
            <a:pPr marL="0" indent="0">
              <a:buNone/>
            </a:pPr>
            <a:r>
              <a:rPr lang="en-GB" dirty="0">
                <a:hlinkClick r:id="rId3"/>
              </a:rPr>
              <a:t>Glucagon-Like Peptide-1 Agonists in Total Hip Arthroplasty</a:t>
            </a:r>
            <a:endParaRPr lang="en-GB" dirty="0"/>
          </a:p>
          <a:p>
            <a:r>
              <a:rPr lang="en-GB" dirty="0"/>
              <a:t>This research paper conducted a study about patient being prescribed GPL 1 medications whilst having their </a:t>
            </a:r>
            <a:r>
              <a:rPr lang="en-GB"/>
              <a:t>surgical</a:t>
            </a:r>
            <a:r>
              <a:rPr lang="en-GB" dirty="0"/>
              <a:t> procedure and has compared this with patient who were not prescribed GPL1 medications. The Sample size of this study was small and the GLP 1 cohort experienced nausea and vomiting the study shows that would require a larger sample size for further investigation. </a:t>
            </a:r>
          </a:p>
          <a:p>
            <a:pPr marL="0" indent="0">
              <a:buNone/>
            </a:pPr>
            <a:r>
              <a:rPr lang="en-GB" dirty="0">
                <a:hlinkClick r:id="rId4"/>
              </a:rPr>
              <a:t>Glucagon-Like Peptide Receptor-1 Agonists Used for Medically-Supervised Weight Loss in Patients With Hip and Knee Osteoarthritis: Critical Considerations for the Arthroplasty Surgeon</a:t>
            </a:r>
            <a:endParaRPr lang="en-GB" dirty="0"/>
          </a:p>
          <a:p>
            <a:r>
              <a:rPr lang="en-GB" dirty="0"/>
              <a:t>This is a study that focussed on the supervised weight loss of patients through clinical trials of GLP 1 medications and found that Liraglutide had a weight loss percentage at 56 weeks on liraglutide 3.0mg 8.0% . The study also list other GLP 1 medications trails and the associated results. The study also mentioned other health benefits of the GLP 1 medications being : lower risk of Mortality, lower blood sugar levels, lower risk of stroke as well as other benefits. The study also highlighted the </a:t>
            </a:r>
            <a:r>
              <a:rPr lang="en-GB"/>
              <a:t>side effects of the medications and the risks. </a:t>
            </a:r>
          </a:p>
          <a:p>
            <a:endParaRPr lang="en-GB" dirty="0"/>
          </a:p>
          <a:p>
            <a:endParaRPr lang="en-GB" dirty="0"/>
          </a:p>
          <a:p>
            <a:endParaRPr lang="en-GB" dirty="0"/>
          </a:p>
          <a:p>
            <a:endParaRPr lang="en-GB" dirty="0"/>
          </a:p>
          <a:p>
            <a:endParaRPr lang="en-GB" dirty="0"/>
          </a:p>
          <a:p>
            <a:pPr marL="0" indent="0">
              <a:buNone/>
            </a:pPr>
            <a:endParaRPr lang="en-GB" dirty="0"/>
          </a:p>
          <a:p>
            <a:endParaRPr lang="en-GB" dirty="0"/>
          </a:p>
          <a:p>
            <a:pPr marL="0" indent="0">
              <a:buNone/>
            </a:pPr>
            <a:endParaRPr lang="en-GB" dirty="0"/>
          </a:p>
          <a:p>
            <a:endParaRPr lang="en-GB" dirty="0"/>
          </a:p>
          <a:p>
            <a:endParaRPr lang="en-GB" dirty="0"/>
          </a:p>
          <a:p>
            <a:endParaRPr lang="en-GB" dirty="0"/>
          </a:p>
          <a:p>
            <a:pPr marL="0" indent="0">
              <a:buNone/>
            </a:pPr>
            <a:endParaRPr lang="en-GB" dirty="0"/>
          </a:p>
          <a:p>
            <a:endParaRPr lang="en-GB"/>
          </a:p>
          <a:p>
            <a:endParaRPr lang="en-GB" dirty="0"/>
          </a:p>
        </p:txBody>
      </p:sp>
      <p:sp>
        <p:nvSpPr>
          <p:cNvPr id="5" name="Slide Number Placeholder 4">
            <a:extLst>
              <a:ext uri="{FF2B5EF4-FFF2-40B4-BE49-F238E27FC236}">
                <a16:creationId xmlns:a16="http://schemas.microsoft.com/office/drawing/2014/main" id="{2C10C6A4-23FC-6A9D-CDA9-EEBF2E629CA7}"/>
              </a:ext>
            </a:extLst>
          </p:cNvPr>
          <p:cNvSpPr>
            <a:spLocks noGrp="1"/>
          </p:cNvSpPr>
          <p:nvPr>
            <p:ph type="sldNum" sz="quarter" idx="12"/>
          </p:nvPr>
        </p:nvSpPr>
        <p:spPr/>
        <p:txBody>
          <a:bodyPr/>
          <a:lstStyle/>
          <a:p>
            <a:fld id="{CC057153-B650-4DEB-B370-79DDCFDCE934}" type="slidenum">
              <a:rPr lang="en-US" smtClean="0"/>
              <a:pPr/>
              <a:t>13</a:t>
            </a:fld>
            <a:endParaRPr lang="en-US" dirty="0"/>
          </a:p>
        </p:txBody>
      </p:sp>
      <p:sp>
        <p:nvSpPr>
          <p:cNvPr id="7" name="Footer Placeholder 2">
            <a:extLst>
              <a:ext uri="{FF2B5EF4-FFF2-40B4-BE49-F238E27FC236}">
                <a16:creationId xmlns:a16="http://schemas.microsoft.com/office/drawing/2014/main" id="{72EC918C-182F-FFE7-B5F0-AE081A93AADE}"/>
              </a:ext>
            </a:extLst>
          </p:cNvPr>
          <p:cNvSpPr txBox="1">
            <a:spLocks/>
          </p:cNvSpPr>
          <p:nvPr/>
        </p:nvSpPr>
        <p:spPr>
          <a:xfrm>
            <a:off x="-274732" y="-173670"/>
            <a:ext cx="10281240" cy="581368"/>
          </a:xfrm>
          <a:prstGeom prst="rect">
            <a:avLst/>
          </a:prstGeom>
        </p:spPr>
        <p:txBody>
          <a:bodyPr vert="horz" lIns="91440" tIns="45720" rIns="91440" bIns="45720" rtlCol="0" anchor="ctr"/>
          <a:lstStyle>
            <a:defPPr>
              <a:defRPr lang="en-US"/>
            </a:defPPr>
            <a:lvl1pPr marL="0" algn="r" defTabSz="914400" rtl="0" eaLnBrk="1" latinLnBrk="0" hangingPunct="1">
              <a:defRPr sz="900" b="0" i="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i="1" cap="all">
                <a:solidFill>
                  <a:srgbClr val="0070C0"/>
                </a:solidFill>
              </a:rPr>
              <a:t>NHS hackathon challenge 2 -Using weight loss Drug prescriptions to predict orthopedic  demand</a:t>
            </a:r>
            <a:r>
              <a:rPr lang="en-US" sz="4300" b="1" i="1" cap="all" dirty="0">
                <a:solidFill>
                  <a:srgbClr val="0070C0"/>
                </a:solidFill>
              </a:rPr>
              <a:t>  </a:t>
            </a:r>
            <a:endParaRPr lang="en-US" b="1" i="1" dirty="0">
              <a:solidFill>
                <a:srgbClr val="0070C0"/>
              </a:solidFill>
            </a:endParaRPr>
          </a:p>
        </p:txBody>
      </p:sp>
    </p:spTree>
    <p:extLst>
      <p:ext uri="{BB962C8B-B14F-4D97-AF65-F5344CB8AC3E}">
        <p14:creationId xmlns:p14="http://schemas.microsoft.com/office/powerpoint/2010/main" val="1827527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85000"/>
          </a:schemeClr>
        </a:solidFill>
        <a:effectLst/>
      </p:bgPr>
    </p:bg>
    <p:spTree>
      <p:nvGrpSpPr>
        <p:cNvPr id="1" name="">
          <a:extLst>
            <a:ext uri="{FF2B5EF4-FFF2-40B4-BE49-F238E27FC236}">
              <a16:creationId xmlns:a16="http://schemas.microsoft.com/office/drawing/2014/main" id="{2B9F4D6A-7EFE-CCB5-02C2-4E68E1847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DA0EE-D951-A4D4-0DEC-B667EEF4E32F}"/>
              </a:ext>
            </a:extLst>
          </p:cNvPr>
          <p:cNvSpPr>
            <a:spLocks noGrp="1"/>
          </p:cNvSpPr>
          <p:nvPr>
            <p:ph type="title"/>
          </p:nvPr>
        </p:nvSpPr>
        <p:spPr/>
        <p:txBody>
          <a:bodyPr/>
          <a:lstStyle/>
          <a:p>
            <a:r>
              <a:rPr lang="en-GB" dirty="0"/>
              <a:t>Further work / Day 2 tasks</a:t>
            </a:r>
          </a:p>
        </p:txBody>
      </p:sp>
      <p:sp>
        <p:nvSpPr>
          <p:cNvPr id="4" name="Content Placeholder 3">
            <a:extLst>
              <a:ext uri="{FF2B5EF4-FFF2-40B4-BE49-F238E27FC236}">
                <a16:creationId xmlns:a16="http://schemas.microsoft.com/office/drawing/2014/main" id="{C0786462-B457-00A5-0814-4EE3C78A0AED}"/>
              </a:ext>
            </a:extLst>
          </p:cNvPr>
          <p:cNvSpPr>
            <a:spLocks noGrp="1"/>
          </p:cNvSpPr>
          <p:nvPr>
            <p:ph sz="quarter" idx="13"/>
          </p:nvPr>
        </p:nvSpPr>
        <p:spPr/>
        <p:txBody>
          <a:bodyPr vert="horz" lIns="91440" tIns="45720" rIns="91440" bIns="45720" rtlCol="0" anchor="t">
            <a:normAutofit fontScale="85000" lnSpcReduction="20000"/>
          </a:bodyPr>
          <a:lstStyle/>
          <a:p>
            <a:r>
              <a:rPr lang="en-GB" sz="2000" dirty="0">
                <a:ea typeface="+mn-lt"/>
                <a:cs typeface="+mn-lt"/>
              </a:rPr>
              <a:t>Continue literature review and </a:t>
            </a:r>
            <a:r>
              <a:rPr lang="en-GB" sz="2000" dirty="0" err="1">
                <a:ea typeface="+mn-lt"/>
                <a:cs typeface="+mn-lt"/>
              </a:rPr>
              <a:t>sumarise</a:t>
            </a:r>
            <a:r>
              <a:rPr lang="en-GB" sz="2000" dirty="0">
                <a:ea typeface="+mn-lt"/>
                <a:cs typeface="+mn-lt"/>
              </a:rPr>
              <a:t> findings linking back to identifying relationships with obesity and orthopaedics and also impact of weight loss drugs</a:t>
            </a:r>
          </a:p>
          <a:p>
            <a:endParaRPr lang="en-GB" sz="2000" dirty="0">
              <a:ea typeface="+mn-lt"/>
              <a:cs typeface="+mn-lt"/>
            </a:endParaRPr>
          </a:p>
          <a:p>
            <a:r>
              <a:rPr lang="en-GB" sz="2000" dirty="0">
                <a:ea typeface="+mn-lt"/>
                <a:cs typeface="+mn-lt"/>
              </a:rPr>
              <a:t>Validate findings included in updated presentation and critique / improve approach taken</a:t>
            </a:r>
          </a:p>
          <a:p>
            <a:endParaRPr lang="en-GB" sz="2000" dirty="0">
              <a:ea typeface="+mn-lt"/>
              <a:cs typeface="+mn-lt"/>
            </a:endParaRPr>
          </a:p>
          <a:p>
            <a:r>
              <a:rPr lang="en-GB" sz="2000" dirty="0">
                <a:ea typeface="+mn-lt"/>
                <a:cs typeface="+mn-lt"/>
              </a:rPr>
              <a:t>Source not fit for surgery data </a:t>
            </a:r>
            <a:r>
              <a:rPr lang="en-GB" sz="2000">
                <a:ea typeface="+mn-lt"/>
                <a:cs typeface="+mn-lt"/>
              </a:rPr>
              <a:t>/ guidance</a:t>
            </a:r>
            <a:endParaRPr lang="en-GB" sz="2000" dirty="0">
              <a:ea typeface="+mn-lt"/>
              <a:cs typeface="+mn-lt"/>
            </a:endParaRPr>
          </a:p>
          <a:p>
            <a:endParaRPr lang="en-GB" sz="2000" dirty="0">
              <a:ea typeface="+mn-lt"/>
              <a:cs typeface="+mn-lt"/>
            </a:endParaRPr>
          </a:p>
          <a:p>
            <a:r>
              <a:rPr lang="en-GB" sz="2000" dirty="0">
                <a:ea typeface="+mn-lt"/>
                <a:cs typeface="+mn-lt"/>
              </a:rPr>
              <a:t>Attempt to create template model of orthopaedic demand taking into account reduction in demand due to reduced obesity levels and additional demand due to increased eligibility for surgery</a:t>
            </a:r>
          </a:p>
          <a:p>
            <a:endParaRPr lang="en-GB" sz="2000" dirty="0">
              <a:ea typeface="+mn-lt"/>
              <a:cs typeface="+mn-lt"/>
            </a:endParaRPr>
          </a:p>
          <a:p>
            <a:r>
              <a:rPr lang="en-GB" sz="2000" dirty="0">
                <a:ea typeface="+mn-lt"/>
                <a:cs typeface="+mn-lt"/>
              </a:rPr>
              <a:t>Source more granular level data to:</a:t>
            </a:r>
          </a:p>
          <a:p>
            <a:pPr lvl="1"/>
            <a:r>
              <a:rPr lang="en-GB" sz="2000" dirty="0">
                <a:ea typeface="+mn-lt"/>
                <a:cs typeface="+mn-lt"/>
              </a:rPr>
              <a:t>identify relationship between weight loss drugs and obesity levels including time lags</a:t>
            </a:r>
          </a:p>
          <a:p>
            <a:pPr lvl="1"/>
            <a:r>
              <a:rPr lang="en-GB" sz="2000" dirty="0">
                <a:ea typeface="+mn-lt"/>
                <a:cs typeface="+mn-lt"/>
              </a:rPr>
              <a:t>identify relationship between obesity levels and orthopaedic demand - by health board and orthopaedic referral reason</a:t>
            </a:r>
          </a:p>
          <a:p>
            <a:pPr lvl="1"/>
            <a:r>
              <a:rPr lang="en-GB" sz="2000" dirty="0">
                <a:ea typeface="+mn-lt"/>
                <a:cs typeface="+mn-lt"/>
              </a:rPr>
              <a:t>identify current patient cohort not fit for surgery due to weight to assess supressed orthopaedic demand</a:t>
            </a:r>
          </a:p>
          <a:p>
            <a:pPr lvl="1"/>
            <a:endParaRPr lang="en-GB" sz="2000" dirty="0">
              <a:ea typeface="+mn-lt"/>
              <a:cs typeface="+mn-lt"/>
            </a:endParaRPr>
          </a:p>
          <a:p>
            <a:endParaRPr lang="en-GB" sz="2000" dirty="0">
              <a:ea typeface="+mn-lt"/>
              <a:cs typeface="+mn-lt"/>
            </a:endParaRPr>
          </a:p>
          <a:p>
            <a:endParaRPr lang="en-GB" sz="2000" dirty="0"/>
          </a:p>
          <a:p>
            <a:endParaRPr lang="en-GB" sz="2000" dirty="0"/>
          </a:p>
          <a:p>
            <a:endParaRPr lang="en-GB" sz="2000" dirty="0"/>
          </a:p>
          <a:p>
            <a:endParaRPr lang="en-GB" dirty="0"/>
          </a:p>
          <a:p>
            <a:endParaRPr lang="en-GB" dirty="0"/>
          </a:p>
          <a:p>
            <a:endParaRPr lang="en-GB" dirty="0"/>
          </a:p>
          <a:p>
            <a:endParaRPr lang="en-GB" dirty="0"/>
          </a:p>
        </p:txBody>
      </p:sp>
      <p:sp>
        <p:nvSpPr>
          <p:cNvPr id="5" name="Slide Number Placeholder 4">
            <a:extLst>
              <a:ext uri="{FF2B5EF4-FFF2-40B4-BE49-F238E27FC236}">
                <a16:creationId xmlns:a16="http://schemas.microsoft.com/office/drawing/2014/main" id="{AC04E6B4-7F9B-D9E2-6E03-497DA1D1402E}"/>
              </a:ext>
            </a:extLst>
          </p:cNvPr>
          <p:cNvSpPr>
            <a:spLocks noGrp="1"/>
          </p:cNvSpPr>
          <p:nvPr>
            <p:ph type="sldNum" sz="quarter" idx="12"/>
          </p:nvPr>
        </p:nvSpPr>
        <p:spPr/>
        <p:txBody>
          <a:bodyPr/>
          <a:lstStyle/>
          <a:p>
            <a:fld id="{CC057153-B650-4DEB-B370-79DDCFDCE934}" type="slidenum">
              <a:rPr lang="en-US" smtClean="0"/>
              <a:pPr/>
              <a:t>14</a:t>
            </a:fld>
            <a:endParaRPr lang="en-US" dirty="0"/>
          </a:p>
        </p:txBody>
      </p:sp>
      <p:sp>
        <p:nvSpPr>
          <p:cNvPr id="9" name="Footer Placeholder 2">
            <a:extLst>
              <a:ext uri="{FF2B5EF4-FFF2-40B4-BE49-F238E27FC236}">
                <a16:creationId xmlns:a16="http://schemas.microsoft.com/office/drawing/2014/main" id="{7688ECF2-B748-EBF8-489F-089E07E9432D}"/>
              </a:ext>
            </a:extLst>
          </p:cNvPr>
          <p:cNvSpPr txBox="1">
            <a:spLocks/>
          </p:cNvSpPr>
          <p:nvPr/>
        </p:nvSpPr>
        <p:spPr>
          <a:xfrm>
            <a:off x="-274732" y="-173670"/>
            <a:ext cx="10281240" cy="581368"/>
          </a:xfrm>
          <a:prstGeom prst="rect">
            <a:avLst/>
          </a:prstGeom>
        </p:spPr>
        <p:txBody>
          <a:bodyPr vert="horz" lIns="91440" tIns="45720" rIns="91440" bIns="45720" rtlCol="0" anchor="ctr"/>
          <a:lstStyle>
            <a:defPPr>
              <a:defRPr lang="en-US"/>
            </a:defPPr>
            <a:lvl1pPr marL="0" algn="r" defTabSz="914400" rtl="0" eaLnBrk="1" latinLnBrk="0" hangingPunct="1">
              <a:defRPr sz="900" b="0" i="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i="1" cap="all">
                <a:solidFill>
                  <a:srgbClr val="0070C0"/>
                </a:solidFill>
              </a:rPr>
              <a:t>NHS hackathon challenge 2 -Using weight loss Drug prescriptions to predict orthopedic  demand</a:t>
            </a:r>
            <a:r>
              <a:rPr lang="en-US" sz="4300" b="1" i="1" cap="all" dirty="0">
                <a:solidFill>
                  <a:srgbClr val="0070C0"/>
                </a:solidFill>
              </a:rPr>
              <a:t>  </a:t>
            </a:r>
            <a:endParaRPr lang="en-US" b="1" i="1" dirty="0">
              <a:solidFill>
                <a:srgbClr val="0070C0"/>
              </a:solidFill>
            </a:endParaRPr>
          </a:p>
        </p:txBody>
      </p:sp>
    </p:spTree>
    <p:extLst>
      <p:ext uri="{BB962C8B-B14F-4D97-AF65-F5344CB8AC3E}">
        <p14:creationId xmlns:p14="http://schemas.microsoft.com/office/powerpoint/2010/main" val="1524872738"/>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rcinate_CoPilot Layouts_win32_EF_v10" id="{57103A69-FC02-49FB-8E53-10BABFFCD93C}" vid="{B3D2483F-31ED-465D-9D6C-68F8665CCF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2.xml><?xml version="1.0" encoding="utf-8"?>
<ds:datastoreItem xmlns:ds="http://schemas.openxmlformats.org/officeDocument/2006/customXml" ds:itemID="{D1CEDABF-7176-4A42-8EF9-E5D4DD31FF6C}">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www.w3.org/XML/1998/namespace"/>
    <ds:schemaRef ds:uri="230e9df3-be65-4c73-a93b-d1236ebd677e"/>
    <ds:schemaRef ds:uri="http://purl.org/dc/elements/1.1/"/>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296</TotalTime>
  <Words>1572</Words>
  <Application>Microsoft Office PowerPoint</Application>
  <PresentationFormat>Widescreen</PresentationFormat>
  <Paragraphs>162</Paragraphs>
  <Slides>14</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Bahnschrift Light</vt:lpstr>
      <vt:lpstr>Circinate</vt:lpstr>
      <vt:lpstr>NHS hackathon challenge 2 - Using weight loss Drug prescriptions to predict orthopaedic demand  </vt:lpstr>
      <vt:lpstr>Challenge: using weight loss Drug prescriptions to predict orthopaedic demand   </vt:lpstr>
      <vt:lpstr>Approach taken</vt:lpstr>
      <vt:lpstr>Exploratory Analysis – weight loss prescriptions</vt:lpstr>
      <vt:lpstr>Exploratory Analysis – weight loss prescriptions</vt:lpstr>
      <vt:lpstr>Exploratory Analysis – Orthopaedics referrals</vt:lpstr>
      <vt:lpstr>Exploratory Analysis – obesity levels</vt:lpstr>
      <vt:lpstr>Exploratory Analysis – Not Fit for surgery</vt:lpstr>
      <vt:lpstr>Identify gaps in publicly available data</vt:lpstr>
      <vt:lpstr>method to identify relationship between weight loss drug prescriptions and orthopaedic demand</vt:lpstr>
      <vt:lpstr>method to identify relationship between weight loss drug prescriptions and orthopaedic demand</vt:lpstr>
      <vt:lpstr>method to identify relationship between weight loss drug prescriptions and orthopaedic demand</vt:lpstr>
      <vt:lpstr>Literature Review. </vt:lpstr>
      <vt:lpstr>Further work / Day 2 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Michael Thomas</cp:lastModifiedBy>
  <cp:revision>420</cp:revision>
  <dcterms:created xsi:type="dcterms:W3CDTF">2026-05-12T09:07:21Z</dcterms:created>
  <dcterms:modified xsi:type="dcterms:W3CDTF">2026-05-18T16:13:43Z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8577031b-11bc-4db9-b655-7d79027ad570_Enabled">
    <vt:lpwstr>true</vt:lpwstr>
  </property>
  <property fmtid="{D5CDD505-2E9C-101B-9397-08002B2CF9AE}" pid="5" name="MSIP_Label_8577031b-11bc-4db9-b655-7d79027ad570_SetDate">
    <vt:lpwstr>2026-05-18T11:15:37Z</vt:lpwstr>
  </property>
  <property fmtid="{D5CDD505-2E9C-101B-9397-08002B2CF9AE}" pid="6" name="MSIP_Label_8577031b-11bc-4db9-b655-7d79027ad570_Method">
    <vt:lpwstr>Standard</vt:lpwstr>
  </property>
  <property fmtid="{D5CDD505-2E9C-101B-9397-08002B2CF9AE}" pid="7" name="MSIP_Label_8577031b-11bc-4db9-b655-7d79027ad570_Name">
    <vt:lpwstr>8577031b-11bc-4db9-b655-7d79027ad570</vt:lpwstr>
  </property>
  <property fmtid="{D5CDD505-2E9C-101B-9397-08002B2CF9AE}" pid="8" name="MSIP_Label_8577031b-11bc-4db9-b655-7d79027ad570_SiteId">
    <vt:lpwstr>c22cc3e1-5d7f-4f4d-be03-d5a158cc9409</vt:lpwstr>
  </property>
  <property fmtid="{D5CDD505-2E9C-101B-9397-08002B2CF9AE}" pid="9" name="MSIP_Label_8577031b-11bc-4db9-b655-7d79027ad570_ActionId">
    <vt:lpwstr>553ca1ce-bdc1-451b-80ab-92853fa66956</vt:lpwstr>
  </property>
  <property fmtid="{D5CDD505-2E9C-101B-9397-08002B2CF9AE}" pid="10" name="MSIP_Label_8577031b-11bc-4db9-b655-7d79027ad570_ContentBits">
    <vt:lpwstr>1</vt:lpwstr>
  </property>
  <property fmtid="{D5CDD505-2E9C-101B-9397-08002B2CF9AE}" pid="11" name="MSIP_Label_8577031b-11bc-4db9-b655-7d79027ad570_Tag">
    <vt:lpwstr>10, 3, 0, 1</vt:lpwstr>
  </property>
  <property fmtid="{D5CDD505-2E9C-101B-9397-08002B2CF9AE}" pid="12" name="ClassificationContentMarkingHeaderLocations">
    <vt:lpwstr>Circinate:9</vt:lpwstr>
  </property>
  <property fmtid="{D5CDD505-2E9C-101B-9397-08002B2CF9AE}" pid="13" name="ClassificationContentMarkingHeaderText">
    <vt:lpwstr>OFFICIAL</vt:lpwstr>
  </property>
</Properties>
</file>